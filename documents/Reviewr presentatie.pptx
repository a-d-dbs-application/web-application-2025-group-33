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71" r:id="rId4"/>
    <p:sldId id="265" r:id="rId5"/>
    <p:sldId id="266" r:id="rId6"/>
    <p:sldId id="268" r:id="rId7"/>
    <p:sldId id="269" r:id="rId8"/>
    <p:sldId id="264" r:id="rId9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4C8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DA97DF-C89C-A4F9-01AC-79474B365434}" v="23" dt="2025-12-17T11:54:54.019"/>
    <p1510:client id="{34C05AA1-8757-1648-9DA5-9E55DA25D088}" v="641" dt="2025-12-17T11:58:34.336"/>
    <p1510:client id="{C01CD677-0F99-5F4E-B4FE-E229F7BE7CD7}" v="62" dt="2025-12-17T11:51:37.441"/>
    <p1510:client id="{D66978AA-BC24-338F-0134-A80B95A9FBE2}" v="67" dt="2025-12-17T11:55:09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72"/>
    <p:restoredTop sz="94720"/>
  </p:normalViewPr>
  <p:slideViewPr>
    <p:cSldViewPr snapToGrid="0">
      <p:cViewPr varScale="1">
        <p:scale>
          <a:sx n="58" d="100"/>
          <a:sy n="58" d="100"/>
        </p:scale>
        <p:origin x="248" y="696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6525D5-6541-4ACC-B5E9-DCF8E49422E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E296A5-E805-487C-8C3A-68B1A58C820C}">
      <dgm:prSet/>
      <dgm:spPr/>
      <dgm:t>
        <a:bodyPr/>
        <a:lstStyle/>
        <a:p>
          <a:r>
            <a:rPr lang="en-GB"/>
            <a:t>app/app/</a:t>
          </a:r>
          <a:endParaRPr lang="en-US"/>
        </a:p>
      </dgm:t>
    </dgm:pt>
    <dgm:pt modelId="{A1200B3C-A015-44A7-9A44-10AA35ABD2C1}" type="parTrans" cxnId="{B35E648E-BFCA-4B32-A240-5AC1F9FDE55C}">
      <dgm:prSet/>
      <dgm:spPr/>
      <dgm:t>
        <a:bodyPr/>
        <a:lstStyle/>
        <a:p>
          <a:endParaRPr lang="en-US"/>
        </a:p>
      </dgm:t>
    </dgm:pt>
    <dgm:pt modelId="{2E55F208-5F43-4F93-AB68-FE36FAAFBE86}" type="sibTrans" cxnId="{B35E648E-BFCA-4B32-A240-5AC1F9FDE55C}">
      <dgm:prSet/>
      <dgm:spPr/>
      <dgm:t>
        <a:bodyPr/>
        <a:lstStyle/>
        <a:p>
          <a:endParaRPr lang="en-US"/>
        </a:p>
      </dgm:t>
    </dgm:pt>
    <dgm:pt modelId="{30B9F9ED-7CD9-4018-B403-62EA31580C5A}">
      <dgm:prSet/>
      <dgm:spPr/>
      <dgm:t>
        <a:bodyPr/>
        <a:lstStyle/>
        <a:p>
          <a:r>
            <a:rPr lang="en-GB"/>
            <a:t>├── app.py          → Main Flask app</a:t>
          </a:r>
          <a:endParaRPr lang="en-US"/>
        </a:p>
      </dgm:t>
    </dgm:pt>
    <dgm:pt modelId="{B5262F67-E6F3-4259-980E-BE628C00A5B8}" type="parTrans" cxnId="{679DF3B5-1A6E-4EB6-B6D9-0E435440F1AC}">
      <dgm:prSet/>
      <dgm:spPr/>
      <dgm:t>
        <a:bodyPr/>
        <a:lstStyle/>
        <a:p>
          <a:endParaRPr lang="en-US"/>
        </a:p>
      </dgm:t>
    </dgm:pt>
    <dgm:pt modelId="{34FE876B-AAAB-4DDD-8B76-06D4CBB6AB5F}" type="sibTrans" cxnId="{679DF3B5-1A6E-4EB6-B6D9-0E435440F1AC}">
      <dgm:prSet/>
      <dgm:spPr/>
      <dgm:t>
        <a:bodyPr/>
        <a:lstStyle/>
        <a:p>
          <a:endParaRPr lang="en-US"/>
        </a:p>
      </dgm:t>
    </dgm:pt>
    <dgm:pt modelId="{32DCE586-1D28-4F29-B8F8-2EC30878F484}">
      <dgm:prSet/>
      <dgm:spPr/>
      <dgm:t>
        <a:bodyPr/>
        <a:lstStyle/>
        <a:p>
          <a:r>
            <a:rPr lang="en-GB"/>
            <a:t>├── models.py       → Database models</a:t>
          </a:r>
          <a:endParaRPr lang="en-US"/>
        </a:p>
      </dgm:t>
    </dgm:pt>
    <dgm:pt modelId="{794B4C9C-CB18-480B-ABB3-19EEE096F829}" type="parTrans" cxnId="{C289D7C9-8753-4827-B44C-586DFCDCEF6F}">
      <dgm:prSet/>
      <dgm:spPr/>
      <dgm:t>
        <a:bodyPr/>
        <a:lstStyle/>
        <a:p>
          <a:endParaRPr lang="en-US"/>
        </a:p>
      </dgm:t>
    </dgm:pt>
    <dgm:pt modelId="{CBAFBB98-789E-49D7-98CC-817F7A62C201}" type="sibTrans" cxnId="{C289D7C9-8753-4827-B44C-586DFCDCEF6F}">
      <dgm:prSet/>
      <dgm:spPr/>
      <dgm:t>
        <a:bodyPr/>
        <a:lstStyle/>
        <a:p>
          <a:endParaRPr lang="en-US"/>
        </a:p>
      </dgm:t>
    </dgm:pt>
    <dgm:pt modelId="{5150EE94-C793-4AD5-A956-4C8D6384ACC2}">
      <dgm:prSet/>
      <dgm:spPr/>
      <dgm:t>
        <a:bodyPr/>
        <a:lstStyle/>
        <a:p>
          <a:r>
            <a:rPr lang="en-GB"/>
            <a:t>├── routes/</a:t>
          </a:r>
          <a:endParaRPr lang="en-US"/>
        </a:p>
      </dgm:t>
    </dgm:pt>
    <dgm:pt modelId="{B10A7B59-4BB8-49CC-8A00-5749556491AB}" type="parTrans" cxnId="{068CB1EF-4AC1-44C5-B295-202078F73AA4}">
      <dgm:prSet/>
      <dgm:spPr/>
      <dgm:t>
        <a:bodyPr/>
        <a:lstStyle/>
        <a:p>
          <a:endParaRPr lang="en-US"/>
        </a:p>
      </dgm:t>
    </dgm:pt>
    <dgm:pt modelId="{6B412037-D8E5-497D-B347-8132893FDA58}" type="sibTrans" cxnId="{068CB1EF-4AC1-44C5-B295-202078F73AA4}">
      <dgm:prSet/>
      <dgm:spPr/>
      <dgm:t>
        <a:bodyPr/>
        <a:lstStyle/>
        <a:p>
          <a:endParaRPr lang="en-US"/>
        </a:p>
      </dgm:t>
    </dgm:pt>
    <dgm:pt modelId="{B9B215AB-C5CB-41D5-B677-63141A0AD2E6}">
      <dgm:prSet/>
      <dgm:spPr/>
      <dgm:t>
        <a:bodyPr/>
        <a:lstStyle/>
        <a:p>
          <a:r>
            <a:rPr lang="en-GB"/>
            <a:t>│   ├── auth.py     → Login/Register</a:t>
          </a:r>
          <a:endParaRPr lang="en-US"/>
        </a:p>
      </dgm:t>
    </dgm:pt>
    <dgm:pt modelId="{33B9C32B-84C4-461A-ABBC-777AF3E8204A}" type="parTrans" cxnId="{A929CD27-1576-4535-A0EE-4AE7BB5A297F}">
      <dgm:prSet/>
      <dgm:spPr/>
      <dgm:t>
        <a:bodyPr/>
        <a:lstStyle/>
        <a:p>
          <a:endParaRPr lang="en-US"/>
        </a:p>
      </dgm:t>
    </dgm:pt>
    <dgm:pt modelId="{8511252C-2752-4A12-A3AF-71AF11404D2D}" type="sibTrans" cxnId="{A929CD27-1576-4535-A0EE-4AE7BB5A297F}">
      <dgm:prSet/>
      <dgm:spPr/>
      <dgm:t>
        <a:bodyPr/>
        <a:lstStyle/>
        <a:p>
          <a:endParaRPr lang="en-US"/>
        </a:p>
      </dgm:t>
    </dgm:pt>
    <dgm:pt modelId="{0095594E-564E-42D0-BFC5-5B29CBA35AE0}">
      <dgm:prSet/>
      <dgm:spPr/>
      <dgm:t>
        <a:bodyPr/>
        <a:lstStyle/>
        <a:p>
          <a:r>
            <a:rPr lang="en-GB"/>
            <a:t>│   ├── papers.py   → Paper CRUD + recommendations</a:t>
          </a:r>
          <a:endParaRPr lang="en-US"/>
        </a:p>
      </dgm:t>
    </dgm:pt>
    <dgm:pt modelId="{D3F2F54B-5C3F-46D4-816C-427DE9579D86}" type="parTrans" cxnId="{1866FBD9-E50A-41D6-A79E-B3CC404B3C94}">
      <dgm:prSet/>
      <dgm:spPr/>
      <dgm:t>
        <a:bodyPr/>
        <a:lstStyle/>
        <a:p>
          <a:endParaRPr lang="en-US"/>
        </a:p>
      </dgm:t>
    </dgm:pt>
    <dgm:pt modelId="{EE67C8A8-2156-49F9-A0B1-2828884E9B10}" type="sibTrans" cxnId="{1866FBD9-E50A-41D6-A79E-B3CC404B3C94}">
      <dgm:prSet/>
      <dgm:spPr/>
      <dgm:t>
        <a:bodyPr/>
        <a:lstStyle/>
        <a:p>
          <a:endParaRPr lang="en-US"/>
        </a:p>
      </dgm:t>
    </dgm:pt>
    <dgm:pt modelId="{C3BEB491-BE3E-4534-AD3B-0DEDB075AD67}">
      <dgm:prSet/>
      <dgm:spPr/>
      <dgm:t>
        <a:bodyPr/>
        <a:lstStyle/>
        <a:p>
          <a:r>
            <a:rPr lang="en-GB"/>
            <a:t>│   ├── interests.py → Company interests</a:t>
          </a:r>
          <a:endParaRPr lang="en-US"/>
        </a:p>
      </dgm:t>
    </dgm:pt>
    <dgm:pt modelId="{C4238C92-03D5-439F-8333-18D7D4F52DC8}" type="parTrans" cxnId="{0FC6F920-0D93-42D7-8F91-DE1BB3E024B3}">
      <dgm:prSet/>
      <dgm:spPr/>
      <dgm:t>
        <a:bodyPr/>
        <a:lstStyle/>
        <a:p>
          <a:endParaRPr lang="en-US"/>
        </a:p>
      </dgm:t>
    </dgm:pt>
    <dgm:pt modelId="{D81AA3CC-ABEE-451A-9DFE-A4648E9C9F21}" type="sibTrans" cxnId="{0FC6F920-0D93-42D7-8F91-DE1BB3E024B3}">
      <dgm:prSet/>
      <dgm:spPr/>
      <dgm:t>
        <a:bodyPr/>
        <a:lstStyle/>
        <a:p>
          <a:endParaRPr lang="en-US"/>
        </a:p>
      </dgm:t>
    </dgm:pt>
    <dgm:pt modelId="{526B0B4F-EBB4-48D6-A0CE-C0E7A9AED1B0}">
      <dgm:prSet/>
      <dgm:spPr/>
      <dgm:t>
        <a:bodyPr/>
        <a:lstStyle/>
        <a:p>
          <a:r>
            <a:rPr lang="en-GB" dirty="0"/>
            <a:t>│   └── </a:t>
          </a:r>
          <a:r>
            <a:rPr lang="en-GB" dirty="0" err="1"/>
            <a:t>collaborators.py</a:t>
          </a:r>
          <a:r>
            <a:rPr lang="en-GB" dirty="0"/>
            <a:t> → Paper collaborators</a:t>
          </a:r>
          <a:endParaRPr lang="en-US" dirty="0"/>
        </a:p>
      </dgm:t>
    </dgm:pt>
    <dgm:pt modelId="{74252643-BF4D-427D-930F-9799DB450461}" type="parTrans" cxnId="{19FEADAC-264F-4D9A-B297-0BB5397402B2}">
      <dgm:prSet/>
      <dgm:spPr/>
      <dgm:t>
        <a:bodyPr/>
        <a:lstStyle/>
        <a:p>
          <a:endParaRPr lang="en-US"/>
        </a:p>
      </dgm:t>
    </dgm:pt>
    <dgm:pt modelId="{2CFA317F-9067-4FA5-B40B-91C2C9B14485}" type="sibTrans" cxnId="{19FEADAC-264F-4D9A-B297-0BB5397402B2}">
      <dgm:prSet/>
      <dgm:spPr/>
      <dgm:t>
        <a:bodyPr/>
        <a:lstStyle/>
        <a:p>
          <a:endParaRPr lang="en-US"/>
        </a:p>
      </dgm:t>
    </dgm:pt>
    <dgm:pt modelId="{1D8E01CB-FAB3-4F28-89A1-97917F9352C4}">
      <dgm:prSet/>
      <dgm:spPr/>
      <dgm:t>
        <a:bodyPr/>
        <a:lstStyle/>
        <a:p>
          <a:r>
            <a:rPr lang="en-GB" dirty="0"/>
            <a:t>├── templates/      → HTML pages</a:t>
          </a:r>
          <a:endParaRPr lang="en-US" dirty="0"/>
        </a:p>
      </dgm:t>
    </dgm:pt>
    <dgm:pt modelId="{43BB724A-7CAC-4147-B5F4-211317B95013}" type="parTrans" cxnId="{52EAFC13-D0C5-4BA2-A2E6-A38E9ACB53D7}">
      <dgm:prSet/>
      <dgm:spPr/>
      <dgm:t>
        <a:bodyPr/>
        <a:lstStyle/>
        <a:p>
          <a:endParaRPr lang="en-US"/>
        </a:p>
      </dgm:t>
    </dgm:pt>
    <dgm:pt modelId="{73211FE0-C13F-44DF-9B68-6F4FBAD2C3A3}" type="sibTrans" cxnId="{52EAFC13-D0C5-4BA2-A2E6-A38E9ACB53D7}">
      <dgm:prSet/>
      <dgm:spPr/>
      <dgm:t>
        <a:bodyPr/>
        <a:lstStyle/>
        <a:p>
          <a:endParaRPr lang="en-US"/>
        </a:p>
      </dgm:t>
    </dgm:pt>
    <dgm:pt modelId="{5E92C657-7906-4EA9-B70B-8DE0E86C4E88}">
      <dgm:prSet/>
      <dgm:spPr/>
      <dgm:t>
        <a:bodyPr/>
        <a:lstStyle/>
        <a:p>
          <a:r>
            <a:rPr lang="en-GB"/>
            <a:t>└── static/  	→ Files that are sent directly to the browser</a:t>
          </a:r>
          <a:endParaRPr lang="en-US"/>
        </a:p>
      </dgm:t>
    </dgm:pt>
    <dgm:pt modelId="{2F2E6DB6-9824-41D8-9101-6071D724A869}" type="parTrans" cxnId="{ADA22AE6-0D21-45CC-BDF2-673CF8132570}">
      <dgm:prSet/>
      <dgm:spPr/>
      <dgm:t>
        <a:bodyPr/>
        <a:lstStyle/>
        <a:p>
          <a:endParaRPr lang="en-US"/>
        </a:p>
      </dgm:t>
    </dgm:pt>
    <dgm:pt modelId="{B2D22746-BA07-4BF4-B58B-DD760895812E}" type="sibTrans" cxnId="{ADA22AE6-0D21-45CC-BDF2-673CF8132570}">
      <dgm:prSet/>
      <dgm:spPr/>
      <dgm:t>
        <a:bodyPr/>
        <a:lstStyle/>
        <a:p>
          <a:endParaRPr lang="en-US"/>
        </a:p>
      </dgm:t>
    </dgm:pt>
    <dgm:pt modelId="{F4FB500D-3E2D-9441-B408-071479A46AAB}" type="pres">
      <dgm:prSet presAssocID="{BB6525D5-6541-4ACC-B5E9-DCF8E49422E2}" presName="vert0" presStyleCnt="0">
        <dgm:presLayoutVars>
          <dgm:dir/>
          <dgm:animOne val="branch"/>
          <dgm:animLvl val="lvl"/>
        </dgm:presLayoutVars>
      </dgm:prSet>
      <dgm:spPr/>
    </dgm:pt>
    <dgm:pt modelId="{7E0E424A-BC18-C142-B6C8-D7E2167AF434}" type="pres">
      <dgm:prSet presAssocID="{B5E296A5-E805-487C-8C3A-68B1A58C820C}" presName="thickLine" presStyleLbl="alignNode1" presStyleIdx="0" presStyleCnt="10"/>
      <dgm:spPr/>
    </dgm:pt>
    <dgm:pt modelId="{90769E34-5CA2-7B49-9310-54FE4F8A7B80}" type="pres">
      <dgm:prSet presAssocID="{B5E296A5-E805-487C-8C3A-68B1A58C820C}" presName="horz1" presStyleCnt="0"/>
      <dgm:spPr/>
    </dgm:pt>
    <dgm:pt modelId="{5E3FBD98-F82B-E24B-9F5C-1CC037BC8A13}" type="pres">
      <dgm:prSet presAssocID="{B5E296A5-E805-487C-8C3A-68B1A58C820C}" presName="tx1" presStyleLbl="revTx" presStyleIdx="0" presStyleCnt="10"/>
      <dgm:spPr/>
    </dgm:pt>
    <dgm:pt modelId="{C940306B-5DA3-3A4F-8643-4EF03F7EBDC1}" type="pres">
      <dgm:prSet presAssocID="{B5E296A5-E805-487C-8C3A-68B1A58C820C}" presName="vert1" presStyleCnt="0"/>
      <dgm:spPr/>
    </dgm:pt>
    <dgm:pt modelId="{3243BB6F-3174-8B45-81CB-A10A4654EF83}" type="pres">
      <dgm:prSet presAssocID="{30B9F9ED-7CD9-4018-B403-62EA31580C5A}" presName="thickLine" presStyleLbl="alignNode1" presStyleIdx="1" presStyleCnt="10"/>
      <dgm:spPr/>
    </dgm:pt>
    <dgm:pt modelId="{47CD767A-8B69-8042-9CF7-EB775BDA365D}" type="pres">
      <dgm:prSet presAssocID="{30B9F9ED-7CD9-4018-B403-62EA31580C5A}" presName="horz1" presStyleCnt="0"/>
      <dgm:spPr/>
    </dgm:pt>
    <dgm:pt modelId="{12A41789-522C-0148-9D9F-7D9ADF10CBF2}" type="pres">
      <dgm:prSet presAssocID="{30B9F9ED-7CD9-4018-B403-62EA31580C5A}" presName="tx1" presStyleLbl="revTx" presStyleIdx="1" presStyleCnt="10"/>
      <dgm:spPr/>
    </dgm:pt>
    <dgm:pt modelId="{84DA248D-1B5A-5F47-B66A-9B6019519B2B}" type="pres">
      <dgm:prSet presAssocID="{30B9F9ED-7CD9-4018-B403-62EA31580C5A}" presName="vert1" presStyleCnt="0"/>
      <dgm:spPr/>
    </dgm:pt>
    <dgm:pt modelId="{6CD07FE0-5D47-7A46-BFF6-C24CF22CD1F8}" type="pres">
      <dgm:prSet presAssocID="{32DCE586-1D28-4F29-B8F8-2EC30878F484}" presName="thickLine" presStyleLbl="alignNode1" presStyleIdx="2" presStyleCnt="10"/>
      <dgm:spPr/>
    </dgm:pt>
    <dgm:pt modelId="{C3D065F4-7CD8-6B4E-B4C4-EC8F72A9EAEB}" type="pres">
      <dgm:prSet presAssocID="{32DCE586-1D28-4F29-B8F8-2EC30878F484}" presName="horz1" presStyleCnt="0"/>
      <dgm:spPr/>
    </dgm:pt>
    <dgm:pt modelId="{68ECE997-0B43-7941-AC4B-8BD2143E0D0E}" type="pres">
      <dgm:prSet presAssocID="{32DCE586-1D28-4F29-B8F8-2EC30878F484}" presName="tx1" presStyleLbl="revTx" presStyleIdx="2" presStyleCnt="10"/>
      <dgm:spPr/>
    </dgm:pt>
    <dgm:pt modelId="{7FB24A55-9251-C047-926B-C0D51D06BAE0}" type="pres">
      <dgm:prSet presAssocID="{32DCE586-1D28-4F29-B8F8-2EC30878F484}" presName="vert1" presStyleCnt="0"/>
      <dgm:spPr/>
    </dgm:pt>
    <dgm:pt modelId="{DF15C89A-016C-6840-91F9-BC22E59B1EB4}" type="pres">
      <dgm:prSet presAssocID="{5150EE94-C793-4AD5-A956-4C8D6384ACC2}" presName="thickLine" presStyleLbl="alignNode1" presStyleIdx="3" presStyleCnt="10"/>
      <dgm:spPr/>
    </dgm:pt>
    <dgm:pt modelId="{BA49F4F7-AD16-A048-88A3-3D42A6277405}" type="pres">
      <dgm:prSet presAssocID="{5150EE94-C793-4AD5-A956-4C8D6384ACC2}" presName="horz1" presStyleCnt="0"/>
      <dgm:spPr/>
    </dgm:pt>
    <dgm:pt modelId="{DFAA8A02-815D-6445-9662-A2C4AD85ECFF}" type="pres">
      <dgm:prSet presAssocID="{5150EE94-C793-4AD5-A956-4C8D6384ACC2}" presName="tx1" presStyleLbl="revTx" presStyleIdx="3" presStyleCnt="10"/>
      <dgm:spPr/>
    </dgm:pt>
    <dgm:pt modelId="{1BF37ABD-73EB-8B42-A08C-7739280D5CC9}" type="pres">
      <dgm:prSet presAssocID="{5150EE94-C793-4AD5-A956-4C8D6384ACC2}" presName="vert1" presStyleCnt="0"/>
      <dgm:spPr/>
    </dgm:pt>
    <dgm:pt modelId="{D08A4976-1818-A548-96C4-DFF88CFC9688}" type="pres">
      <dgm:prSet presAssocID="{B9B215AB-C5CB-41D5-B677-63141A0AD2E6}" presName="thickLine" presStyleLbl="alignNode1" presStyleIdx="4" presStyleCnt="10"/>
      <dgm:spPr/>
    </dgm:pt>
    <dgm:pt modelId="{E3A2637F-03DE-E64D-95C5-B6CB7422F385}" type="pres">
      <dgm:prSet presAssocID="{B9B215AB-C5CB-41D5-B677-63141A0AD2E6}" presName="horz1" presStyleCnt="0"/>
      <dgm:spPr/>
    </dgm:pt>
    <dgm:pt modelId="{E329E03A-D5EE-9A4B-9B3B-7495940F81E3}" type="pres">
      <dgm:prSet presAssocID="{B9B215AB-C5CB-41D5-B677-63141A0AD2E6}" presName="tx1" presStyleLbl="revTx" presStyleIdx="4" presStyleCnt="10"/>
      <dgm:spPr/>
    </dgm:pt>
    <dgm:pt modelId="{6B4F9025-B3F8-BC48-B394-FE47DFBAA162}" type="pres">
      <dgm:prSet presAssocID="{B9B215AB-C5CB-41D5-B677-63141A0AD2E6}" presName="vert1" presStyleCnt="0"/>
      <dgm:spPr/>
    </dgm:pt>
    <dgm:pt modelId="{683BE64E-6B26-8E40-9FE0-5B0AE32BF839}" type="pres">
      <dgm:prSet presAssocID="{0095594E-564E-42D0-BFC5-5B29CBA35AE0}" presName="thickLine" presStyleLbl="alignNode1" presStyleIdx="5" presStyleCnt="10"/>
      <dgm:spPr/>
    </dgm:pt>
    <dgm:pt modelId="{988B346E-159B-AF42-976E-4F0519E19C48}" type="pres">
      <dgm:prSet presAssocID="{0095594E-564E-42D0-BFC5-5B29CBA35AE0}" presName="horz1" presStyleCnt="0"/>
      <dgm:spPr/>
    </dgm:pt>
    <dgm:pt modelId="{2FBA05AB-BBB2-7848-ADFC-4853429E94DE}" type="pres">
      <dgm:prSet presAssocID="{0095594E-564E-42D0-BFC5-5B29CBA35AE0}" presName="tx1" presStyleLbl="revTx" presStyleIdx="5" presStyleCnt="10"/>
      <dgm:spPr/>
    </dgm:pt>
    <dgm:pt modelId="{42E2CB4F-A2A5-8F41-99B9-E9A1F60C5DED}" type="pres">
      <dgm:prSet presAssocID="{0095594E-564E-42D0-BFC5-5B29CBA35AE0}" presName="vert1" presStyleCnt="0"/>
      <dgm:spPr/>
    </dgm:pt>
    <dgm:pt modelId="{FFB0EAC5-8089-594F-A71F-EF3742A4BADF}" type="pres">
      <dgm:prSet presAssocID="{C3BEB491-BE3E-4534-AD3B-0DEDB075AD67}" presName="thickLine" presStyleLbl="alignNode1" presStyleIdx="6" presStyleCnt="10"/>
      <dgm:spPr/>
    </dgm:pt>
    <dgm:pt modelId="{0B835C21-07EC-0C4B-BF1E-0825BD01D10B}" type="pres">
      <dgm:prSet presAssocID="{C3BEB491-BE3E-4534-AD3B-0DEDB075AD67}" presName="horz1" presStyleCnt="0"/>
      <dgm:spPr/>
    </dgm:pt>
    <dgm:pt modelId="{1FB65443-55FA-B143-AC17-ABE0D6F99D21}" type="pres">
      <dgm:prSet presAssocID="{C3BEB491-BE3E-4534-AD3B-0DEDB075AD67}" presName="tx1" presStyleLbl="revTx" presStyleIdx="6" presStyleCnt="10"/>
      <dgm:spPr/>
    </dgm:pt>
    <dgm:pt modelId="{633D9105-67D0-8E48-9D0A-250D2B80F41C}" type="pres">
      <dgm:prSet presAssocID="{C3BEB491-BE3E-4534-AD3B-0DEDB075AD67}" presName="vert1" presStyleCnt="0"/>
      <dgm:spPr/>
    </dgm:pt>
    <dgm:pt modelId="{6FFFA576-D906-1C48-AF35-C510548A36E6}" type="pres">
      <dgm:prSet presAssocID="{526B0B4F-EBB4-48D6-A0CE-C0E7A9AED1B0}" presName="thickLine" presStyleLbl="alignNode1" presStyleIdx="7" presStyleCnt="10"/>
      <dgm:spPr/>
    </dgm:pt>
    <dgm:pt modelId="{A1C8C97B-77D8-9648-9DD4-3B61D4C3A2AD}" type="pres">
      <dgm:prSet presAssocID="{526B0B4F-EBB4-48D6-A0CE-C0E7A9AED1B0}" presName="horz1" presStyleCnt="0"/>
      <dgm:spPr/>
    </dgm:pt>
    <dgm:pt modelId="{6CBF144B-D0E4-0B4C-8435-EA209D475464}" type="pres">
      <dgm:prSet presAssocID="{526B0B4F-EBB4-48D6-A0CE-C0E7A9AED1B0}" presName="tx1" presStyleLbl="revTx" presStyleIdx="7" presStyleCnt="10"/>
      <dgm:spPr/>
    </dgm:pt>
    <dgm:pt modelId="{91C057FD-08E7-A54E-B990-08D880570594}" type="pres">
      <dgm:prSet presAssocID="{526B0B4F-EBB4-48D6-A0CE-C0E7A9AED1B0}" presName="vert1" presStyleCnt="0"/>
      <dgm:spPr/>
    </dgm:pt>
    <dgm:pt modelId="{C69E483A-BAFE-AF47-9663-266A6D9C5F76}" type="pres">
      <dgm:prSet presAssocID="{1D8E01CB-FAB3-4F28-89A1-97917F9352C4}" presName="thickLine" presStyleLbl="alignNode1" presStyleIdx="8" presStyleCnt="10"/>
      <dgm:spPr/>
    </dgm:pt>
    <dgm:pt modelId="{D9E03CBB-DF5D-0D46-977A-360B15DAE30D}" type="pres">
      <dgm:prSet presAssocID="{1D8E01CB-FAB3-4F28-89A1-97917F9352C4}" presName="horz1" presStyleCnt="0"/>
      <dgm:spPr/>
    </dgm:pt>
    <dgm:pt modelId="{5677C364-3D83-384A-AE71-B71421EEA399}" type="pres">
      <dgm:prSet presAssocID="{1D8E01CB-FAB3-4F28-89A1-97917F9352C4}" presName="tx1" presStyleLbl="revTx" presStyleIdx="8" presStyleCnt="10"/>
      <dgm:spPr/>
    </dgm:pt>
    <dgm:pt modelId="{72DD34FA-F1B8-6C49-86DC-EDEFE5E2134A}" type="pres">
      <dgm:prSet presAssocID="{1D8E01CB-FAB3-4F28-89A1-97917F9352C4}" presName="vert1" presStyleCnt="0"/>
      <dgm:spPr/>
    </dgm:pt>
    <dgm:pt modelId="{0856CFC5-2329-9A48-A1BD-AC3E3C2A560B}" type="pres">
      <dgm:prSet presAssocID="{5E92C657-7906-4EA9-B70B-8DE0E86C4E88}" presName="thickLine" presStyleLbl="alignNode1" presStyleIdx="9" presStyleCnt="10"/>
      <dgm:spPr/>
    </dgm:pt>
    <dgm:pt modelId="{A4BD3AC5-7D71-E14A-B4E1-F57C093A982D}" type="pres">
      <dgm:prSet presAssocID="{5E92C657-7906-4EA9-B70B-8DE0E86C4E88}" presName="horz1" presStyleCnt="0"/>
      <dgm:spPr/>
    </dgm:pt>
    <dgm:pt modelId="{3167E59E-BCCC-8244-BA85-29F5E0C0E012}" type="pres">
      <dgm:prSet presAssocID="{5E92C657-7906-4EA9-B70B-8DE0E86C4E88}" presName="tx1" presStyleLbl="revTx" presStyleIdx="9" presStyleCnt="10"/>
      <dgm:spPr/>
    </dgm:pt>
    <dgm:pt modelId="{D426C77C-DF8D-3D4C-A8C2-7F65EB912129}" type="pres">
      <dgm:prSet presAssocID="{5E92C657-7906-4EA9-B70B-8DE0E86C4E88}" presName="vert1" presStyleCnt="0"/>
      <dgm:spPr/>
    </dgm:pt>
  </dgm:ptLst>
  <dgm:cxnLst>
    <dgm:cxn modelId="{52EAFC13-D0C5-4BA2-A2E6-A38E9ACB53D7}" srcId="{BB6525D5-6541-4ACC-B5E9-DCF8E49422E2}" destId="{1D8E01CB-FAB3-4F28-89A1-97917F9352C4}" srcOrd="8" destOrd="0" parTransId="{43BB724A-7CAC-4147-B5F4-211317B95013}" sibTransId="{73211FE0-C13F-44DF-9B68-6F4FBAD2C3A3}"/>
    <dgm:cxn modelId="{0FC6F920-0D93-42D7-8F91-DE1BB3E024B3}" srcId="{BB6525D5-6541-4ACC-B5E9-DCF8E49422E2}" destId="{C3BEB491-BE3E-4534-AD3B-0DEDB075AD67}" srcOrd="6" destOrd="0" parTransId="{C4238C92-03D5-439F-8333-18D7D4F52DC8}" sibTransId="{D81AA3CC-ABEE-451A-9DFE-A4648E9C9F21}"/>
    <dgm:cxn modelId="{A929CD27-1576-4535-A0EE-4AE7BB5A297F}" srcId="{BB6525D5-6541-4ACC-B5E9-DCF8E49422E2}" destId="{B9B215AB-C5CB-41D5-B677-63141A0AD2E6}" srcOrd="4" destOrd="0" parTransId="{33B9C32B-84C4-461A-ABBC-777AF3E8204A}" sibTransId="{8511252C-2752-4A12-A3AF-71AF11404D2D}"/>
    <dgm:cxn modelId="{14F03430-C70D-3F4D-94FD-DF6103FED7D5}" type="presOf" srcId="{1D8E01CB-FAB3-4F28-89A1-97917F9352C4}" destId="{5677C364-3D83-384A-AE71-B71421EEA399}" srcOrd="0" destOrd="0" presId="urn:microsoft.com/office/officeart/2008/layout/LinedList"/>
    <dgm:cxn modelId="{78B2AB39-198C-2C42-AE79-D0E2C3F8B846}" type="presOf" srcId="{5150EE94-C793-4AD5-A956-4C8D6384ACC2}" destId="{DFAA8A02-815D-6445-9662-A2C4AD85ECFF}" srcOrd="0" destOrd="0" presId="urn:microsoft.com/office/officeart/2008/layout/LinedList"/>
    <dgm:cxn modelId="{B1CDA142-073A-5E46-A1FB-1F9B91D9D2CD}" type="presOf" srcId="{32DCE586-1D28-4F29-B8F8-2EC30878F484}" destId="{68ECE997-0B43-7941-AC4B-8BD2143E0D0E}" srcOrd="0" destOrd="0" presId="urn:microsoft.com/office/officeart/2008/layout/LinedList"/>
    <dgm:cxn modelId="{20AC2460-6923-CD48-BE7D-B223A3909883}" type="presOf" srcId="{5E92C657-7906-4EA9-B70B-8DE0E86C4E88}" destId="{3167E59E-BCCC-8244-BA85-29F5E0C0E012}" srcOrd="0" destOrd="0" presId="urn:microsoft.com/office/officeart/2008/layout/LinedList"/>
    <dgm:cxn modelId="{B1ABD561-546C-9244-922E-80C1C2C7ECEF}" type="presOf" srcId="{526B0B4F-EBB4-48D6-A0CE-C0E7A9AED1B0}" destId="{6CBF144B-D0E4-0B4C-8435-EA209D475464}" srcOrd="0" destOrd="0" presId="urn:microsoft.com/office/officeart/2008/layout/LinedList"/>
    <dgm:cxn modelId="{E8297065-381A-AD4B-9A00-228153B711AC}" type="presOf" srcId="{30B9F9ED-7CD9-4018-B403-62EA31580C5A}" destId="{12A41789-522C-0148-9D9F-7D9ADF10CBF2}" srcOrd="0" destOrd="0" presId="urn:microsoft.com/office/officeart/2008/layout/LinedList"/>
    <dgm:cxn modelId="{E649C588-93CD-3B43-A1E3-842676E21C15}" type="presOf" srcId="{BB6525D5-6541-4ACC-B5E9-DCF8E49422E2}" destId="{F4FB500D-3E2D-9441-B408-071479A46AAB}" srcOrd="0" destOrd="0" presId="urn:microsoft.com/office/officeart/2008/layout/LinedList"/>
    <dgm:cxn modelId="{B35E648E-BFCA-4B32-A240-5AC1F9FDE55C}" srcId="{BB6525D5-6541-4ACC-B5E9-DCF8E49422E2}" destId="{B5E296A5-E805-487C-8C3A-68B1A58C820C}" srcOrd="0" destOrd="0" parTransId="{A1200B3C-A015-44A7-9A44-10AA35ABD2C1}" sibTransId="{2E55F208-5F43-4F93-AB68-FE36FAAFBE86}"/>
    <dgm:cxn modelId="{9AADB994-A092-D140-A97B-7A9F49D1180B}" type="presOf" srcId="{C3BEB491-BE3E-4534-AD3B-0DEDB075AD67}" destId="{1FB65443-55FA-B143-AC17-ABE0D6F99D21}" srcOrd="0" destOrd="0" presId="urn:microsoft.com/office/officeart/2008/layout/LinedList"/>
    <dgm:cxn modelId="{19FEADAC-264F-4D9A-B297-0BB5397402B2}" srcId="{BB6525D5-6541-4ACC-B5E9-DCF8E49422E2}" destId="{526B0B4F-EBB4-48D6-A0CE-C0E7A9AED1B0}" srcOrd="7" destOrd="0" parTransId="{74252643-BF4D-427D-930F-9799DB450461}" sibTransId="{2CFA317F-9067-4FA5-B40B-91C2C9B14485}"/>
    <dgm:cxn modelId="{679DF3B5-1A6E-4EB6-B6D9-0E435440F1AC}" srcId="{BB6525D5-6541-4ACC-B5E9-DCF8E49422E2}" destId="{30B9F9ED-7CD9-4018-B403-62EA31580C5A}" srcOrd="1" destOrd="0" parTransId="{B5262F67-E6F3-4259-980E-BE628C00A5B8}" sibTransId="{34FE876B-AAAB-4DDD-8B76-06D4CBB6AB5F}"/>
    <dgm:cxn modelId="{EB3C78C7-DC70-914B-8DFB-3E0069F916D3}" type="presOf" srcId="{0095594E-564E-42D0-BFC5-5B29CBA35AE0}" destId="{2FBA05AB-BBB2-7848-ADFC-4853429E94DE}" srcOrd="0" destOrd="0" presId="urn:microsoft.com/office/officeart/2008/layout/LinedList"/>
    <dgm:cxn modelId="{C289D7C9-8753-4827-B44C-586DFCDCEF6F}" srcId="{BB6525D5-6541-4ACC-B5E9-DCF8E49422E2}" destId="{32DCE586-1D28-4F29-B8F8-2EC30878F484}" srcOrd="2" destOrd="0" parTransId="{794B4C9C-CB18-480B-ABB3-19EEE096F829}" sibTransId="{CBAFBB98-789E-49D7-98CC-817F7A62C201}"/>
    <dgm:cxn modelId="{09623FD6-AE39-FF49-87AE-5F23289412D3}" type="presOf" srcId="{B9B215AB-C5CB-41D5-B677-63141A0AD2E6}" destId="{E329E03A-D5EE-9A4B-9B3B-7495940F81E3}" srcOrd="0" destOrd="0" presId="urn:microsoft.com/office/officeart/2008/layout/LinedList"/>
    <dgm:cxn modelId="{3EB2DFD9-689E-D243-9297-63904B26D7E7}" type="presOf" srcId="{B5E296A5-E805-487C-8C3A-68B1A58C820C}" destId="{5E3FBD98-F82B-E24B-9F5C-1CC037BC8A13}" srcOrd="0" destOrd="0" presId="urn:microsoft.com/office/officeart/2008/layout/LinedList"/>
    <dgm:cxn modelId="{1866FBD9-E50A-41D6-A79E-B3CC404B3C94}" srcId="{BB6525D5-6541-4ACC-B5E9-DCF8E49422E2}" destId="{0095594E-564E-42D0-BFC5-5B29CBA35AE0}" srcOrd="5" destOrd="0" parTransId="{D3F2F54B-5C3F-46D4-816C-427DE9579D86}" sibTransId="{EE67C8A8-2156-49F9-A0B1-2828884E9B10}"/>
    <dgm:cxn modelId="{ADA22AE6-0D21-45CC-BDF2-673CF8132570}" srcId="{BB6525D5-6541-4ACC-B5E9-DCF8E49422E2}" destId="{5E92C657-7906-4EA9-B70B-8DE0E86C4E88}" srcOrd="9" destOrd="0" parTransId="{2F2E6DB6-9824-41D8-9101-6071D724A869}" sibTransId="{B2D22746-BA07-4BF4-B58B-DD760895812E}"/>
    <dgm:cxn modelId="{068CB1EF-4AC1-44C5-B295-202078F73AA4}" srcId="{BB6525D5-6541-4ACC-B5E9-DCF8E49422E2}" destId="{5150EE94-C793-4AD5-A956-4C8D6384ACC2}" srcOrd="3" destOrd="0" parTransId="{B10A7B59-4BB8-49CC-8A00-5749556491AB}" sibTransId="{6B412037-D8E5-497D-B347-8132893FDA58}"/>
    <dgm:cxn modelId="{1CCD94ED-516B-1A4B-9898-AB9E720408DC}" type="presParOf" srcId="{F4FB500D-3E2D-9441-B408-071479A46AAB}" destId="{7E0E424A-BC18-C142-B6C8-D7E2167AF434}" srcOrd="0" destOrd="0" presId="urn:microsoft.com/office/officeart/2008/layout/LinedList"/>
    <dgm:cxn modelId="{9CBEDBEC-28A1-134F-B301-930C63B2C452}" type="presParOf" srcId="{F4FB500D-3E2D-9441-B408-071479A46AAB}" destId="{90769E34-5CA2-7B49-9310-54FE4F8A7B80}" srcOrd="1" destOrd="0" presId="urn:microsoft.com/office/officeart/2008/layout/LinedList"/>
    <dgm:cxn modelId="{79F3C7DC-7CA5-9349-AC28-28C812F39AD6}" type="presParOf" srcId="{90769E34-5CA2-7B49-9310-54FE4F8A7B80}" destId="{5E3FBD98-F82B-E24B-9F5C-1CC037BC8A13}" srcOrd="0" destOrd="0" presId="urn:microsoft.com/office/officeart/2008/layout/LinedList"/>
    <dgm:cxn modelId="{AE214BA9-9A94-A544-AF72-C59F9F02110A}" type="presParOf" srcId="{90769E34-5CA2-7B49-9310-54FE4F8A7B80}" destId="{C940306B-5DA3-3A4F-8643-4EF03F7EBDC1}" srcOrd="1" destOrd="0" presId="urn:microsoft.com/office/officeart/2008/layout/LinedList"/>
    <dgm:cxn modelId="{17920282-9F2A-884E-B20C-40F13F281E69}" type="presParOf" srcId="{F4FB500D-3E2D-9441-B408-071479A46AAB}" destId="{3243BB6F-3174-8B45-81CB-A10A4654EF83}" srcOrd="2" destOrd="0" presId="urn:microsoft.com/office/officeart/2008/layout/LinedList"/>
    <dgm:cxn modelId="{1E7E4C9E-ADB5-D34B-94AF-04279C367306}" type="presParOf" srcId="{F4FB500D-3E2D-9441-B408-071479A46AAB}" destId="{47CD767A-8B69-8042-9CF7-EB775BDA365D}" srcOrd="3" destOrd="0" presId="urn:microsoft.com/office/officeart/2008/layout/LinedList"/>
    <dgm:cxn modelId="{EA86DF02-829A-0F4B-8C14-35AB644707C4}" type="presParOf" srcId="{47CD767A-8B69-8042-9CF7-EB775BDA365D}" destId="{12A41789-522C-0148-9D9F-7D9ADF10CBF2}" srcOrd="0" destOrd="0" presId="urn:microsoft.com/office/officeart/2008/layout/LinedList"/>
    <dgm:cxn modelId="{A5C72D45-8B80-0E4F-B94C-B296915F97B1}" type="presParOf" srcId="{47CD767A-8B69-8042-9CF7-EB775BDA365D}" destId="{84DA248D-1B5A-5F47-B66A-9B6019519B2B}" srcOrd="1" destOrd="0" presId="urn:microsoft.com/office/officeart/2008/layout/LinedList"/>
    <dgm:cxn modelId="{6BCE13B4-F276-484E-ACA8-069563A86F70}" type="presParOf" srcId="{F4FB500D-3E2D-9441-B408-071479A46AAB}" destId="{6CD07FE0-5D47-7A46-BFF6-C24CF22CD1F8}" srcOrd="4" destOrd="0" presId="urn:microsoft.com/office/officeart/2008/layout/LinedList"/>
    <dgm:cxn modelId="{4CB51F9A-9FF9-6241-BDB1-12C655599686}" type="presParOf" srcId="{F4FB500D-3E2D-9441-B408-071479A46AAB}" destId="{C3D065F4-7CD8-6B4E-B4C4-EC8F72A9EAEB}" srcOrd="5" destOrd="0" presId="urn:microsoft.com/office/officeart/2008/layout/LinedList"/>
    <dgm:cxn modelId="{435A1225-F05F-5540-A214-7ECB7EC1C872}" type="presParOf" srcId="{C3D065F4-7CD8-6B4E-B4C4-EC8F72A9EAEB}" destId="{68ECE997-0B43-7941-AC4B-8BD2143E0D0E}" srcOrd="0" destOrd="0" presId="urn:microsoft.com/office/officeart/2008/layout/LinedList"/>
    <dgm:cxn modelId="{9BFB0553-53FF-6A45-BA39-37598C25A890}" type="presParOf" srcId="{C3D065F4-7CD8-6B4E-B4C4-EC8F72A9EAEB}" destId="{7FB24A55-9251-C047-926B-C0D51D06BAE0}" srcOrd="1" destOrd="0" presId="urn:microsoft.com/office/officeart/2008/layout/LinedList"/>
    <dgm:cxn modelId="{BA9F275D-3F40-1F48-8E7D-3C8AE58CAEF3}" type="presParOf" srcId="{F4FB500D-3E2D-9441-B408-071479A46AAB}" destId="{DF15C89A-016C-6840-91F9-BC22E59B1EB4}" srcOrd="6" destOrd="0" presId="urn:microsoft.com/office/officeart/2008/layout/LinedList"/>
    <dgm:cxn modelId="{07EFD7E6-549B-0941-9273-A13F23AD6288}" type="presParOf" srcId="{F4FB500D-3E2D-9441-B408-071479A46AAB}" destId="{BA49F4F7-AD16-A048-88A3-3D42A6277405}" srcOrd="7" destOrd="0" presId="urn:microsoft.com/office/officeart/2008/layout/LinedList"/>
    <dgm:cxn modelId="{6B1BBE7D-EDAB-3943-BD81-2FD5CEAE6BC8}" type="presParOf" srcId="{BA49F4F7-AD16-A048-88A3-3D42A6277405}" destId="{DFAA8A02-815D-6445-9662-A2C4AD85ECFF}" srcOrd="0" destOrd="0" presId="urn:microsoft.com/office/officeart/2008/layout/LinedList"/>
    <dgm:cxn modelId="{C2539606-B314-4F4F-B971-801A1F239DD4}" type="presParOf" srcId="{BA49F4F7-AD16-A048-88A3-3D42A6277405}" destId="{1BF37ABD-73EB-8B42-A08C-7739280D5CC9}" srcOrd="1" destOrd="0" presId="urn:microsoft.com/office/officeart/2008/layout/LinedList"/>
    <dgm:cxn modelId="{6AD58330-A0D2-6240-9BE1-11B232AB7460}" type="presParOf" srcId="{F4FB500D-3E2D-9441-B408-071479A46AAB}" destId="{D08A4976-1818-A548-96C4-DFF88CFC9688}" srcOrd="8" destOrd="0" presId="urn:microsoft.com/office/officeart/2008/layout/LinedList"/>
    <dgm:cxn modelId="{48F72DA2-0A1F-524F-AE40-92936B7533CF}" type="presParOf" srcId="{F4FB500D-3E2D-9441-B408-071479A46AAB}" destId="{E3A2637F-03DE-E64D-95C5-B6CB7422F385}" srcOrd="9" destOrd="0" presId="urn:microsoft.com/office/officeart/2008/layout/LinedList"/>
    <dgm:cxn modelId="{7CF75A30-C536-804E-AC5A-5660825245B7}" type="presParOf" srcId="{E3A2637F-03DE-E64D-95C5-B6CB7422F385}" destId="{E329E03A-D5EE-9A4B-9B3B-7495940F81E3}" srcOrd="0" destOrd="0" presId="urn:microsoft.com/office/officeart/2008/layout/LinedList"/>
    <dgm:cxn modelId="{51E9564E-7315-6F41-918B-0C1989BC1CF4}" type="presParOf" srcId="{E3A2637F-03DE-E64D-95C5-B6CB7422F385}" destId="{6B4F9025-B3F8-BC48-B394-FE47DFBAA162}" srcOrd="1" destOrd="0" presId="urn:microsoft.com/office/officeart/2008/layout/LinedList"/>
    <dgm:cxn modelId="{9E75153E-B480-6644-AB80-D9BA0A56376A}" type="presParOf" srcId="{F4FB500D-3E2D-9441-B408-071479A46AAB}" destId="{683BE64E-6B26-8E40-9FE0-5B0AE32BF839}" srcOrd="10" destOrd="0" presId="urn:microsoft.com/office/officeart/2008/layout/LinedList"/>
    <dgm:cxn modelId="{0B3449E4-55D7-BF4C-871F-032E82395FDB}" type="presParOf" srcId="{F4FB500D-3E2D-9441-B408-071479A46AAB}" destId="{988B346E-159B-AF42-976E-4F0519E19C48}" srcOrd="11" destOrd="0" presId="urn:microsoft.com/office/officeart/2008/layout/LinedList"/>
    <dgm:cxn modelId="{3E2364B8-53E7-C64F-9A99-A383082370D4}" type="presParOf" srcId="{988B346E-159B-AF42-976E-4F0519E19C48}" destId="{2FBA05AB-BBB2-7848-ADFC-4853429E94DE}" srcOrd="0" destOrd="0" presId="urn:microsoft.com/office/officeart/2008/layout/LinedList"/>
    <dgm:cxn modelId="{A9B96CAD-9C05-9845-81C0-2C3B3B1817E3}" type="presParOf" srcId="{988B346E-159B-AF42-976E-4F0519E19C48}" destId="{42E2CB4F-A2A5-8F41-99B9-E9A1F60C5DED}" srcOrd="1" destOrd="0" presId="urn:microsoft.com/office/officeart/2008/layout/LinedList"/>
    <dgm:cxn modelId="{963B8437-E827-C240-A808-22705FE80AA3}" type="presParOf" srcId="{F4FB500D-3E2D-9441-B408-071479A46AAB}" destId="{FFB0EAC5-8089-594F-A71F-EF3742A4BADF}" srcOrd="12" destOrd="0" presId="urn:microsoft.com/office/officeart/2008/layout/LinedList"/>
    <dgm:cxn modelId="{906ABDA7-298A-9D4F-BB6C-E13A10B20675}" type="presParOf" srcId="{F4FB500D-3E2D-9441-B408-071479A46AAB}" destId="{0B835C21-07EC-0C4B-BF1E-0825BD01D10B}" srcOrd="13" destOrd="0" presId="urn:microsoft.com/office/officeart/2008/layout/LinedList"/>
    <dgm:cxn modelId="{22D6FDC3-03E8-9F47-9859-807F23121911}" type="presParOf" srcId="{0B835C21-07EC-0C4B-BF1E-0825BD01D10B}" destId="{1FB65443-55FA-B143-AC17-ABE0D6F99D21}" srcOrd="0" destOrd="0" presId="urn:microsoft.com/office/officeart/2008/layout/LinedList"/>
    <dgm:cxn modelId="{96342FF7-87AF-5B47-B220-65377EA6E0BB}" type="presParOf" srcId="{0B835C21-07EC-0C4B-BF1E-0825BD01D10B}" destId="{633D9105-67D0-8E48-9D0A-250D2B80F41C}" srcOrd="1" destOrd="0" presId="urn:microsoft.com/office/officeart/2008/layout/LinedList"/>
    <dgm:cxn modelId="{0A13872C-274D-8B46-A2EE-157220BC1E0A}" type="presParOf" srcId="{F4FB500D-3E2D-9441-B408-071479A46AAB}" destId="{6FFFA576-D906-1C48-AF35-C510548A36E6}" srcOrd="14" destOrd="0" presId="urn:microsoft.com/office/officeart/2008/layout/LinedList"/>
    <dgm:cxn modelId="{4A241079-6F12-CD4D-B37F-C11BFD41945F}" type="presParOf" srcId="{F4FB500D-3E2D-9441-B408-071479A46AAB}" destId="{A1C8C97B-77D8-9648-9DD4-3B61D4C3A2AD}" srcOrd="15" destOrd="0" presId="urn:microsoft.com/office/officeart/2008/layout/LinedList"/>
    <dgm:cxn modelId="{D79B2B8C-BA96-4E40-8DF5-51FA077267F6}" type="presParOf" srcId="{A1C8C97B-77D8-9648-9DD4-3B61D4C3A2AD}" destId="{6CBF144B-D0E4-0B4C-8435-EA209D475464}" srcOrd="0" destOrd="0" presId="urn:microsoft.com/office/officeart/2008/layout/LinedList"/>
    <dgm:cxn modelId="{368B8909-AE34-0E48-A2B6-24F51CD4E687}" type="presParOf" srcId="{A1C8C97B-77D8-9648-9DD4-3B61D4C3A2AD}" destId="{91C057FD-08E7-A54E-B990-08D880570594}" srcOrd="1" destOrd="0" presId="urn:microsoft.com/office/officeart/2008/layout/LinedList"/>
    <dgm:cxn modelId="{C3BAC4F5-8009-FA4D-884F-22F804D6497E}" type="presParOf" srcId="{F4FB500D-3E2D-9441-B408-071479A46AAB}" destId="{C69E483A-BAFE-AF47-9663-266A6D9C5F76}" srcOrd="16" destOrd="0" presId="urn:microsoft.com/office/officeart/2008/layout/LinedList"/>
    <dgm:cxn modelId="{EBF763F1-3870-E843-BE38-E9CB56DE7521}" type="presParOf" srcId="{F4FB500D-3E2D-9441-B408-071479A46AAB}" destId="{D9E03CBB-DF5D-0D46-977A-360B15DAE30D}" srcOrd="17" destOrd="0" presId="urn:microsoft.com/office/officeart/2008/layout/LinedList"/>
    <dgm:cxn modelId="{D236ECDD-9804-5A4D-BC71-11BCF08C7C25}" type="presParOf" srcId="{D9E03CBB-DF5D-0D46-977A-360B15DAE30D}" destId="{5677C364-3D83-384A-AE71-B71421EEA399}" srcOrd="0" destOrd="0" presId="urn:microsoft.com/office/officeart/2008/layout/LinedList"/>
    <dgm:cxn modelId="{9B0F4030-D3BE-EE48-9B78-9E7D87D63F24}" type="presParOf" srcId="{D9E03CBB-DF5D-0D46-977A-360B15DAE30D}" destId="{72DD34FA-F1B8-6C49-86DC-EDEFE5E2134A}" srcOrd="1" destOrd="0" presId="urn:microsoft.com/office/officeart/2008/layout/LinedList"/>
    <dgm:cxn modelId="{C0345A9D-DE8C-2D42-A887-FF371D77A2E7}" type="presParOf" srcId="{F4FB500D-3E2D-9441-B408-071479A46AAB}" destId="{0856CFC5-2329-9A48-A1BD-AC3E3C2A560B}" srcOrd="18" destOrd="0" presId="urn:microsoft.com/office/officeart/2008/layout/LinedList"/>
    <dgm:cxn modelId="{768D8F2E-B934-6847-89FF-7E34004F7423}" type="presParOf" srcId="{F4FB500D-3E2D-9441-B408-071479A46AAB}" destId="{A4BD3AC5-7D71-E14A-B4E1-F57C093A982D}" srcOrd="19" destOrd="0" presId="urn:microsoft.com/office/officeart/2008/layout/LinedList"/>
    <dgm:cxn modelId="{F0662979-432C-A24A-AF54-56EFAF98BC18}" type="presParOf" srcId="{A4BD3AC5-7D71-E14A-B4E1-F57C093A982D}" destId="{3167E59E-BCCC-8244-BA85-29F5E0C0E012}" srcOrd="0" destOrd="0" presId="urn:microsoft.com/office/officeart/2008/layout/LinedList"/>
    <dgm:cxn modelId="{E7E0B2FD-A57A-0A49-9130-4B2D5B1EAD6D}" type="presParOf" srcId="{A4BD3AC5-7D71-E14A-B4E1-F57C093A982D}" destId="{D426C77C-DF8D-3D4C-A8C2-7F65EB91212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0E424A-BC18-C142-B6C8-D7E2167AF434}">
      <dsp:nvSpPr>
        <dsp:cNvPr id="0" name=""/>
        <dsp:cNvSpPr/>
      </dsp:nvSpPr>
      <dsp:spPr>
        <a:xfrm>
          <a:off x="0" y="711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FBD98-F82B-E24B-9F5C-1CC037BC8A13}">
      <dsp:nvSpPr>
        <dsp:cNvPr id="0" name=""/>
        <dsp:cNvSpPr/>
      </dsp:nvSpPr>
      <dsp:spPr>
        <a:xfrm>
          <a:off x="0" y="711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app/app/</a:t>
          </a:r>
          <a:endParaRPr lang="en-US" sz="2800" kern="1200"/>
        </a:p>
      </dsp:txBody>
      <dsp:txXfrm>
        <a:off x="0" y="711"/>
        <a:ext cx="13326224" cy="582948"/>
      </dsp:txXfrm>
    </dsp:sp>
    <dsp:sp modelId="{3243BB6F-3174-8B45-81CB-A10A4654EF83}">
      <dsp:nvSpPr>
        <dsp:cNvPr id="0" name=""/>
        <dsp:cNvSpPr/>
      </dsp:nvSpPr>
      <dsp:spPr>
        <a:xfrm>
          <a:off x="0" y="583659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41789-522C-0148-9D9F-7D9ADF10CBF2}">
      <dsp:nvSpPr>
        <dsp:cNvPr id="0" name=""/>
        <dsp:cNvSpPr/>
      </dsp:nvSpPr>
      <dsp:spPr>
        <a:xfrm>
          <a:off x="0" y="583659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app.py          → Main Flask app</a:t>
          </a:r>
          <a:endParaRPr lang="en-US" sz="2800" kern="1200"/>
        </a:p>
      </dsp:txBody>
      <dsp:txXfrm>
        <a:off x="0" y="583659"/>
        <a:ext cx="13326224" cy="582948"/>
      </dsp:txXfrm>
    </dsp:sp>
    <dsp:sp modelId="{6CD07FE0-5D47-7A46-BFF6-C24CF22CD1F8}">
      <dsp:nvSpPr>
        <dsp:cNvPr id="0" name=""/>
        <dsp:cNvSpPr/>
      </dsp:nvSpPr>
      <dsp:spPr>
        <a:xfrm>
          <a:off x="0" y="1166607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ECE997-0B43-7941-AC4B-8BD2143E0D0E}">
      <dsp:nvSpPr>
        <dsp:cNvPr id="0" name=""/>
        <dsp:cNvSpPr/>
      </dsp:nvSpPr>
      <dsp:spPr>
        <a:xfrm>
          <a:off x="0" y="1166607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models.py       → Database models</a:t>
          </a:r>
          <a:endParaRPr lang="en-US" sz="2800" kern="1200"/>
        </a:p>
      </dsp:txBody>
      <dsp:txXfrm>
        <a:off x="0" y="1166607"/>
        <a:ext cx="13326224" cy="582948"/>
      </dsp:txXfrm>
    </dsp:sp>
    <dsp:sp modelId="{DF15C89A-016C-6840-91F9-BC22E59B1EB4}">
      <dsp:nvSpPr>
        <dsp:cNvPr id="0" name=""/>
        <dsp:cNvSpPr/>
      </dsp:nvSpPr>
      <dsp:spPr>
        <a:xfrm>
          <a:off x="0" y="1749555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AA8A02-815D-6445-9662-A2C4AD85ECFF}">
      <dsp:nvSpPr>
        <dsp:cNvPr id="0" name=""/>
        <dsp:cNvSpPr/>
      </dsp:nvSpPr>
      <dsp:spPr>
        <a:xfrm>
          <a:off x="0" y="1749555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├── routes/</a:t>
          </a:r>
          <a:endParaRPr lang="en-US" sz="2800" kern="1200"/>
        </a:p>
      </dsp:txBody>
      <dsp:txXfrm>
        <a:off x="0" y="1749555"/>
        <a:ext cx="13326224" cy="582948"/>
      </dsp:txXfrm>
    </dsp:sp>
    <dsp:sp modelId="{D08A4976-1818-A548-96C4-DFF88CFC9688}">
      <dsp:nvSpPr>
        <dsp:cNvPr id="0" name=""/>
        <dsp:cNvSpPr/>
      </dsp:nvSpPr>
      <dsp:spPr>
        <a:xfrm>
          <a:off x="0" y="2332503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9E03A-D5EE-9A4B-9B3B-7495940F81E3}">
      <dsp:nvSpPr>
        <dsp:cNvPr id="0" name=""/>
        <dsp:cNvSpPr/>
      </dsp:nvSpPr>
      <dsp:spPr>
        <a:xfrm>
          <a:off x="0" y="2332503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auth.py     → Login/Register</a:t>
          </a:r>
          <a:endParaRPr lang="en-US" sz="2800" kern="1200"/>
        </a:p>
      </dsp:txBody>
      <dsp:txXfrm>
        <a:off x="0" y="2332503"/>
        <a:ext cx="13326224" cy="582948"/>
      </dsp:txXfrm>
    </dsp:sp>
    <dsp:sp modelId="{683BE64E-6B26-8E40-9FE0-5B0AE32BF839}">
      <dsp:nvSpPr>
        <dsp:cNvPr id="0" name=""/>
        <dsp:cNvSpPr/>
      </dsp:nvSpPr>
      <dsp:spPr>
        <a:xfrm>
          <a:off x="0" y="2915452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BA05AB-BBB2-7848-ADFC-4853429E94DE}">
      <dsp:nvSpPr>
        <dsp:cNvPr id="0" name=""/>
        <dsp:cNvSpPr/>
      </dsp:nvSpPr>
      <dsp:spPr>
        <a:xfrm>
          <a:off x="0" y="2915452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papers.py   → Paper CRUD + recommendations</a:t>
          </a:r>
          <a:endParaRPr lang="en-US" sz="2800" kern="1200"/>
        </a:p>
      </dsp:txBody>
      <dsp:txXfrm>
        <a:off x="0" y="2915452"/>
        <a:ext cx="13326224" cy="582948"/>
      </dsp:txXfrm>
    </dsp:sp>
    <dsp:sp modelId="{FFB0EAC5-8089-594F-A71F-EF3742A4BADF}">
      <dsp:nvSpPr>
        <dsp:cNvPr id="0" name=""/>
        <dsp:cNvSpPr/>
      </dsp:nvSpPr>
      <dsp:spPr>
        <a:xfrm>
          <a:off x="0" y="3498400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65443-55FA-B143-AC17-ABE0D6F99D21}">
      <dsp:nvSpPr>
        <dsp:cNvPr id="0" name=""/>
        <dsp:cNvSpPr/>
      </dsp:nvSpPr>
      <dsp:spPr>
        <a:xfrm>
          <a:off x="0" y="3498400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│   ├── interests.py → Company interests</a:t>
          </a:r>
          <a:endParaRPr lang="en-US" sz="2800" kern="1200"/>
        </a:p>
      </dsp:txBody>
      <dsp:txXfrm>
        <a:off x="0" y="3498400"/>
        <a:ext cx="13326224" cy="582948"/>
      </dsp:txXfrm>
    </dsp:sp>
    <dsp:sp modelId="{6FFFA576-D906-1C48-AF35-C510548A36E6}">
      <dsp:nvSpPr>
        <dsp:cNvPr id="0" name=""/>
        <dsp:cNvSpPr/>
      </dsp:nvSpPr>
      <dsp:spPr>
        <a:xfrm>
          <a:off x="0" y="4081348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F144B-D0E4-0B4C-8435-EA209D475464}">
      <dsp:nvSpPr>
        <dsp:cNvPr id="0" name=""/>
        <dsp:cNvSpPr/>
      </dsp:nvSpPr>
      <dsp:spPr>
        <a:xfrm>
          <a:off x="0" y="4081348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│   └── </a:t>
          </a:r>
          <a:r>
            <a:rPr lang="en-GB" sz="2800" kern="1200" dirty="0" err="1"/>
            <a:t>collaborators.py</a:t>
          </a:r>
          <a:r>
            <a:rPr lang="en-GB" sz="2800" kern="1200" dirty="0"/>
            <a:t> → Paper collaborators</a:t>
          </a:r>
          <a:endParaRPr lang="en-US" sz="2800" kern="1200" dirty="0"/>
        </a:p>
      </dsp:txBody>
      <dsp:txXfrm>
        <a:off x="0" y="4081348"/>
        <a:ext cx="13326224" cy="582948"/>
      </dsp:txXfrm>
    </dsp:sp>
    <dsp:sp modelId="{C69E483A-BAFE-AF47-9663-266A6D9C5F76}">
      <dsp:nvSpPr>
        <dsp:cNvPr id="0" name=""/>
        <dsp:cNvSpPr/>
      </dsp:nvSpPr>
      <dsp:spPr>
        <a:xfrm>
          <a:off x="0" y="4664296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7C364-3D83-384A-AE71-B71421EEA399}">
      <dsp:nvSpPr>
        <dsp:cNvPr id="0" name=""/>
        <dsp:cNvSpPr/>
      </dsp:nvSpPr>
      <dsp:spPr>
        <a:xfrm>
          <a:off x="0" y="4664296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/>
            <a:t>├── templates/      → HTML pages</a:t>
          </a:r>
          <a:endParaRPr lang="en-US" sz="2800" kern="1200" dirty="0"/>
        </a:p>
      </dsp:txBody>
      <dsp:txXfrm>
        <a:off x="0" y="4664296"/>
        <a:ext cx="13326224" cy="582948"/>
      </dsp:txXfrm>
    </dsp:sp>
    <dsp:sp modelId="{0856CFC5-2329-9A48-A1BD-AC3E3C2A560B}">
      <dsp:nvSpPr>
        <dsp:cNvPr id="0" name=""/>
        <dsp:cNvSpPr/>
      </dsp:nvSpPr>
      <dsp:spPr>
        <a:xfrm>
          <a:off x="0" y="5247244"/>
          <a:ext cx="133262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7E59E-BCCC-8244-BA85-29F5E0C0E012}">
      <dsp:nvSpPr>
        <dsp:cNvPr id="0" name=""/>
        <dsp:cNvSpPr/>
      </dsp:nvSpPr>
      <dsp:spPr>
        <a:xfrm>
          <a:off x="0" y="5247244"/>
          <a:ext cx="13326224" cy="582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└── static/  	→ Files that are sent directly to the browser</a:t>
          </a:r>
          <a:endParaRPr lang="en-US" sz="2800" kern="1200"/>
        </a:p>
      </dsp:txBody>
      <dsp:txXfrm>
        <a:off x="0" y="5247244"/>
        <a:ext cx="13326224" cy="582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75984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4704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A19E-E446-5C03-FD71-6E9ECF890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4E3AA-6AFA-2F92-3B0A-F7EA815058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0A303-4343-20FC-E474-5840B38A6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90968-52DD-8366-EC73-5BA47A8F1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3454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21F45-2C65-AF99-EBBA-F5204AE1E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8E687-8C30-AE7B-CC5F-657D172F5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73DCBA-B0B3-A89F-ED61-B5A683E2E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4089E-5325-58BD-3A08-592AF6670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819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BE8D-C7F1-6B58-ECF0-258D2A12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3C342-2A80-EF17-3054-34EEA17CE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61A29-2A69-6D07-8BA8-900590FA4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97C73-9493-25D5-5F66-E55A54D01D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11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‹#›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291074" y="228600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3000">
                <a:solidFill>
                  <a:schemeClr val="accent1"/>
                </a:solidFill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/>
              <a:t>Click to add subtitle / presenter / date [</a:t>
            </a:r>
            <a:r>
              <a:rPr lang="en-GB" noProof="0" err="1"/>
              <a:t>dd</a:t>
            </a:r>
            <a:r>
              <a:rPr lang="en-GB" noProof="0"/>
              <a:t>-mm-</a:t>
            </a:r>
            <a:r>
              <a:rPr lang="en-GB" noProof="0" err="1"/>
              <a:t>yyyy</a:t>
            </a:r>
            <a:r>
              <a:rPr lang="en-GB" noProof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 hasCustomPrompt="1"/>
          </p:nvPr>
        </p:nvSpPr>
        <p:spPr>
          <a:xfrm>
            <a:off x="32004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1</a:t>
            </a:r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2" hasCustomPrompt="1"/>
          </p:nvPr>
        </p:nvSpPr>
        <p:spPr>
          <a:xfrm>
            <a:off x="5713200" y="8366400"/>
            <a:ext cx="2286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2</a:t>
            </a:r>
          </a:p>
        </p:txBody>
      </p:sp>
      <p:sp>
        <p:nvSpPr>
          <p:cNvPr id="14" name="Picture Placeholder 11"/>
          <p:cNvSpPr>
            <a:spLocks noGrp="1"/>
          </p:cNvSpPr>
          <p:nvPr>
            <p:ph type="pic" sz="quarter" idx="13" hasCustomPrompt="1"/>
          </p:nvPr>
        </p:nvSpPr>
        <p:spPr>
          <a:xfrm>
            <a:off x="82296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3</a:t>
            </a:r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46000" y="8366400"/>
            <a:ext cx="2322000" cy="928800"/>
          </a:xfrm>
        </p:spPr>
        <p:txBody>
          <a:bodyPr/>
          <a:lstStyle>
            <a:lvl1pPr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Partner Logo 4</a:t>
            </a:r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580530" y="395008"/>
            <a:ext cx="8294400" cy="540000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1400" b="1" i="0" u="sng" cap="all" baseline="0">
                <a:solidFill>
                  <a:srgbClr val="1E64C8"/>
                </a:solidFill>
                <a:uFill>
                  <a:solidFill>
                    <a:schemeClr val="bg1"/>
                  </a:solidFill>
                </a:uFill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/>
              <a:t>Click to edit organisation styles</a:t>
            </a:r>
          </a:p>
          <a:p>
            <a:pPr lvl="1"/>
            <a:r>
              <a:rPr lang="en-GB" noProof="0"/>
              <a:t>Second level</a:t>
            </a:r>
          </a:p>
        </p:txBody>
      </p:sp>
      <p:pic>
        <p:nvPicPr>
          <p:cNvPr id="20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15699575" cy="6696000"/>
          </a:xfrm>
        </p:spPr>
        <p:txBody>
          <a:bodyPr/>
          <a:lstStyle>
            <a:lvl1pPr marL="536400" indent="-4500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1pPr>
            <a:lvl2pPr marL="1170000" indent="-450000">
              <a:lnSpc>
                <a:spcPct val="120000"/>
              </a:lnSpc>
              <a:defRPr/>
            </a:lvl2pPr>
            <a:lvl3pPr marL="1756800" indent="-450000" defTabSz="457200">
              <a:lnSpc>
                <a:spcPct val="120000"/>
              </a:lnSpc>
              <a:defRPr/>
            </a:lvl3pPr>
            <a:lvl4pPr marL="2329200" indent="-550800" defTabSz="457200">
              <a:lnSpc>
                <a:spcPct val="120000"/>
              </a:lnSpc>
              <a:defRPr/>
            </a:lvl4pPr>
            <a:lvl5pPr marL="2962800" indent="-442800" defTabSz="457200">
              <a:lnSpc>
                <a:spcPct val="120000"/>
              </a:lnSpc>
              <a:buFont typeface="Arial" panose="020B0604020202020204" pitchFamily="34" charset="0"/>
              <a:buChar char="̶"/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CAF6-1686-4743-9124-83F33F1A0EA9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104438" y="1371918"/>
            <a:ext cx="6300000" cy="64980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5825" y="1194364"/>
            <a:ext cx="8442000" cy="6696000"/>
          </a:xfrm>
        </p:spPr>
        <p:txBody>
          <a:bodyPr/>
          <a:lstStyle>
            <a:lvl1pPr defTabSz="457200"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 defTabSz="457200">
              <a:lnSpc>
                <a:spcPct val="120000"/>
              </a:lnSpc>
              <a:defRPr/>
            </a:lvl3pPr>
            <a:lvl4pPr defTabSz="457200">
              <a:lnSpc>
                <a:spcPct val="120000"/>
              </a:lnSpc>
              <a:defRPr/>
            </a:lvl4pPr>
            <a:lvl5pPr defTabSz="457200">
              <a:lnSpc>
                <a:spcPct val="120000"/>
              </a:lnSpc>
              <a:defRPr/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2691979"/>
            <a:ext cx="6764400" cy="5230800"/>
          </a:xfrm>
          <a:solidFill>
            <a:srgbClr val="1E64C8"/>
          </a:solidFill>
        </p:spPr>
        <p:txBody>
          <a:bodyPr anchor="b" anchorCtr="0">
            <a:noAutofit/>
          </a:bodyPr>
          <a:lstStyle>
            <a:lvl1pPr marL="85725" indent="0">
              <a:buNone/>
              <a:defRPr sz="10000" u="sng" cap="all" baseline="0">
                <a:solidFill>
                  <a:schemeClr val="bg1"/>
                </a:solidFill>
              </a:defRPr>
            </a:lvl1pPr>
            <a:lvl2pPr marL="984250" indent="-625475"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add  text</a:t>
            </a:r>
          </a:p>
        </p:txBody>
      </p:sp>
    </p:spTree>
    <p:extLst>
      <p:ext uri="{BB962C8B-B14F-4D97-AF65-F5344CB8AC3E}">
        <p14:creationId xmlns:p14="http://schemas.microsoft.com/office/powerpoint/2010/main" val="2128202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 textbox over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76AD30-96E8-448B-B97A-24B00ADE12C5}"/>
              </a:ext>
            </a:extLst>
          </p:cNvPr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noProof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914400" y="0"/>
            <a:ext cx="16424275" cy="7920000"/>
          </a:xfrm>
        </p:spPr>
        <p:txBody>
          <a:bodyPr/>
          <a:lstStyle>
            <a:lvl1pPr marL="85725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nl-BE" noProof="0"/>
              <a:t>Picture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1384-1200-4D40-BEF0-3A17A1F906F4}" type="datetime1">
              <a:rPr lang="nl-NL" noProof="0" smtClean="0"/>
              <a:t>18-12-2025</a:t>
            </a:fld>
            <a:endParaRPr lang="nl-NL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noProof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301F6D1-3E66-4198-8305-F0FF1745CC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399" y="1011602"/>
            <a:ext cx="7754938" cy="6908398"/>
          </a:xfrm>
          <a:solidFill>
            <a:srgbClr val="E9F0FA"/>
          </a:solidFill>
        </p:spPr>
        <p:txBody>
          <a:bodyPr>
            <a:normAutofit/>
          </a:bodyPr>
          <a:lstStyle>
            <a:lvl1pPr marL="85725" indent="0">
              <a:buNone/>
              <a:defRPr sz="5400" u="sng" cap="all" baseline="0">
                <a:solidFill>
                  <a:srgbClr val="1E64C8"/>
                </a:solidFill>
              </a:defRPr>
            </a:lvl1pPr>
            <a:lvl2pPr marL="984250" indent="-625475">
              <a:defRPr>
                <a:solidFill>
                  <a:srgbClr val="1E64C8"/>
                </a:solidFill>
              </a:defRPr>
            </a:lvl2pPr>
            <a:lvl3pPr>
              <a:defRPr>
                <a:solidFill>
                  <a:srgbClr val="1E64C8"/>
                </a:solidFill>
              </a:defRPr>
            </a:lvl3pPr>
            <a:lvl4pPr>
              <a:defRPr>
                <a:solidFill>
                  <a:srgbClr val="1E64C8"/>
                </a:solidFill>
              </a:defRPr>
            </a:lvl4pPr>
            <a:lvl5pPr>
              <a:defRPr>
                <a:solidFill>
                  <a:srgbClr val="1E64C8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593742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7416000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2125481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add social media names</a:t>
            </a:r>
            <a:endParaRPr lang="nl-NL"/>
          </a:p>
        </p:txBody>
      </p:sp>
      <p:pic>
        <p:nvPicPr>
          <p:cNvPr id="13" name="Afbeelding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4179598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noProof="0"/>
              <a:t>Klik om stijl te bewerken</a:t>
            </a:r>
            <a:endParaRPr lang="en-GB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noProof="0"/>
              <a:t>Klikken om de tekststijl van het model te bewerken</a:t>
            </a:r>
          </a:p>
          <a:p>
            <a:pPr lvl="1"/>
            <a:r>
              <a:rPr lang="nl-NL" noProof="0"/>
              <a:t>Tweede niveau</a:t>
            </a:r>
          </a:p>
          <a:p>
            <a:pPr lvl="2"/>
            <a:r>
              <a:rPr lang="nl-NL" noProof="0"/>
              <a:t>Derde niveau</a:t>
            </a:r>
          </a:p>
          <a:p>
            <a:pPr lvl="3"/>
            <a:r>
              <a:rPr lang="nl-NL" noProof="0"/>
              <a:t>Vierde niveau</a:t>
            </a:r>
          </a:p>
          <a:p>
            <a:pPr lvl="4"/>
            <a:r>
              <a:rPr lang="nl-NL" noProof="0"/>
              <a:t>Vijfde niveau</a:t>
            </a:r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18/12/2025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positioning box" hidden="1"/>
          <p:cNvSpPr/>
          <p:nvPr userDrawn="1"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 userDrawn="1"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 userDrawn="1"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 userDrawn="1"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 userDrawn="1"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4" r:id="rId5"/>
    <p:sldLayoutId id="2147483666" r:id="rId6"/>
    <p:sldLayoutId id="2147483675" r:id="rId7"/>
    <p:sldLayoutId id="2147483677" r:id="rId8"/>
    <p:sldLayoutId id="2147483678" r:id="rId9"/>
    <p:sldLayoutId id="2147483676" r:id="rId10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sz="12000" err="1"/>
              <a:t>Reviewr</a:t>
            </a:r>
            <a:r>
              <a:rPr lang="nl-NL" sz="12000"/>
              <a:t> </a:t>
            </a:r>
          </a:p>
        </p:txBody>
      </p:sp>
      <p:sp>
        <p:nvSpPr>
          <p:cNvPr id="11" name="Ondertitel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/>
              <a:t>Group project </a:t>
            </a:r>
            <a:r>
              <a:rPr lang="nl-NL" err="1"/>
              <a:t>Algorithms</a:t>
            </a:r>
            <a:r>
              <a:rPr lang="nl-NL"/>
              <a:t>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Datastructures</a:t>
            </a:r>
            <a:r>
              <a:rPr lang="nl-NL"/>
              <a:t> &amp; </a:t>
            </a:r>
            <a:r>
              <a:rPr lang="nl-NL" err="1"/>
              <a:t>Databasesystems</a:t>
            </a:r>
            <a:endParaRPr lang="nl-NL"/>
          </a:p>
        </p:txBody>
      </p:sp>
      <p:sp>
        <p:nvSpPr>
          <p:cNvPr id="13" name="Tijdelijke aanduiding voor afbeelding 12"/>
          <p:cNvSpPr>
            <a:spLocks noGrp="1"/>
          </p:cNvSpPr>
          <p:nvPr>
            <p:ph type="pic" sz="quarter" idx="12"/>
          </p:nvPr>
        </p:nvSpPr>
        <p:spPr>
          <a:xfrm>
            <a:off x="8484672" y="8366400"/>
            <a:ext cx="2624136" cy="928800"/>
          </a:xfrm>
        </p:spPr>
        <p:txBody>
          <a:bodyPr>
            <a:normAutofit fontScale="92500"/>
          </a:bodyPr>
          <a:lstStyle/>
          <a:p>
            <a:r>
              <a:rPr lang="en-GB" sz="2200" b="1" dirty="0"/>
              <a:t>Michelle </a:t>
            </a:r>
            <a:r>
              <a:rPr lang="en-GB" sz="2200" b="1" dirty="0" err="1"/>
              <a:t>Mannaerts</a:t>
            </a:r>
            <a:endParaRPr lang="en-GB" sz="2200" b="1" dirty="0">
              <a:cs typeface="Arial"/>
            </a:endParaRPr>
          </a:p>
          <a:p>
            <a:r>
              <a:rPr lang="en-GB" sz="1800" dirty="0">
                <a:cs typeface="Arial"/>
              </a:rPr>
              <a:t>02308405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3"/>
          </p:nvPr>
        </p:nvSpPr>
        <p:spPr>
          <a:xfrm>
            <a:off x="5824536" y="8366400"/>
            <a:ext cx="2322000" cy="928800"/>
          </a:xfrm>
        </p:spPr>
        <p:txBody>
          <a:bodyPr>
            <a:normAutofit/>
          </a:bodyPr>
          <a:lstStyle/>
          <a:p>
            <a:r>
              <a:rPr lang="en-GB" sz="2000" b="1" dirty="0"/>
              <a:t>Norah Dewulf</a:t>
            </a:r>
          </a:p>
          <a:p>
            <a:r>
              <a:rPr lang="en-GB" sz="1800" dirty="0"/>
              <a:t>02310142</a:t>
            </a:r>
          </a:p>
          <a:p>
            <a:endParaRPr lang="en-GB" sz="1800" dirty="0"/>
          </a:p>
        </p:txBody>
      </p:sp>
      <p:sp>
        <p:nvSpPr>
          <p:cNvPr id="15" name="Tijdelijke aanduiding voor afbeelding 14"/>
          <p:cNvSpPr>
            <a:spLocks noGrp="1"/>
          </p:cNvSpPr>
          <p:nvPr>
            <p:ph type="pic" sz="quarter" idx="14"/>
          </p:nvPr>
        </p:nvSpPr>
        <p:spPr>
          <a:xfrm>
            <a:off x="11446944" y="8366400"/>
            <a:ext cx="2322000" cy="928800"/>
          </a:xfrm>
        </p:spPr>
        <p:txBody>
          <a:bodyPr/>
          <a:lstStyle/>
          <a:p>
            <a:r>
              <a:rPr lang="en-GB" sz="2000" b="1" dirty="0"/>
              <a:t>Jasper </a:t>
            </a:r>
            <a:r>
              <a:rPr lang="en-GB" sz="2000" b="1" dirty="0" err="1"/>
              <a:t>Geens</a:t>
            </a:r>
            <a:endParaRPr lang="en-GB" sz="2000" b="1" dirty="0"/>
          </a:p>
          <a:p>
            <a:r>
              <a:rPr lang="en-GB" dirty="0"/>
              <a:t>02308132</a:t>
            </a:r>
          </a:p>
        </p:txBody>
      </p:sp>
      <p:sp>
        <p:nvSpPr>
          <p:cNvPr id="17" name="Tijdelijke aanduiding voor afbeelding 16"/>
          <p:cNvSpPr>
            <a:spLocks noGrp="1"/>
          </p:cNvSpPr>
          <p:nvPr>
            <p:ph type="pic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GB" sz="2000" b="1" dirty="0"/>
              <a:t>Michiel Vanhecke </a:t>
            </a:r>
          </a:p>
          <a:p>
            <a:r>
              <a:rPr lang="en-GB" sz="1800" dirty="0">
                <a:cs typeface="Arial"/>
              </a:rPr>
              <a:t>02310465</a:t>
            </a:r>
          </a:p>
        </p:txBody>
      </p:sp>
    </p:spTree>
    <p:extLst>
      <p:ext uri="{BB962C8B-B14F-4D97-AF65-F5344CB8AC3E}">
        <p14:creationId xmlns:p14="http://schemas.microsoft.com/office/powerpoint/2010/main" val="3355618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2</a:t>
            </a:fld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5483A2-80BD-4946-FB75-9CCD8C8368E7}"/>
              </a:ext>
            </a:extLst>
          </p:cNvPr>
          <p:cNvSpPr/>
          <p:nvPr/>
        </p:nvSpPr>
        <p:spPr>
          <a:xfrm>
            <a:off x="8388626" y="1"/>
            <a:ext cx="8950049" cy="7634797"/>
          </a:xfrm>
          <a:prstGeom prst="rect">
            <a:avLst/>
          </a:prstGeom>
          <a:solidFill>
            <a:schemeClr val="tx2"/>
          </a:soli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E7C3E-F4E0-0A22-62E1-0551BAC7631B}"/>
              </a:ext>
            </a:extLst>
          </p:cNvPr>
          <p:cNvSpPr txBox="1"/>
          <p:nvPr/>
        </p:nvSpPr>
        <p:spPr>
          <a:xfrm>
            <a:off x="8984974" y="604540"/>
            <a:ext cx="7527426" cy="70302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GB" sz="3200" b="1" dirty="0">
                <a:solidFill>
                  <a:schemeClr val="bg1"/>
                </a:solidFill>
              </a:rPr>
              <a:t>Publish Research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Researchers upload and showcase their work on a dedicated platform.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Discover Innovation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Companies easily search, explore, and access relevant research.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Smart Matching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Personalized paper recommendations based on company interests.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GB" sz="3200" b="1" dirty="0">
                <a:solidFill>
                  <a:schemeClr val="bg1"/>
                </a:solidFill>
              </a:rPr>
              <a:t>Measure Impact</a:t>
            </a:r>
          </a:p>
          <a:p>
            <a:pPr lvl="1">
              <a:lnSpc>
                <a:spcPct val="120000"/>
              </a:lnSpc>
            </a:pPr>
            <a:r>
              <a:rPr lang="en-GB" sz="2500" dirty="0">
                <a:solidFill>
                  <a:schemeClr val="bg1"/>
                </a:solidFill>
              </a:rPr>
              <a:t>Clear insights into paper views and engagement.</a:t>
            </a:r>
          </a:p>
          <a:p>
            <a:pPr marL="342900" indent="-342900" algn="l">
              <a:lnSpc>
                <a:spcPct val="120000"/>
              </a:lnSpc>
              <a:buFont typeface="Arial" panose="020B0604020202020204" pitchFamily="34" charset="0"/>
              <a:buChar char="‒"/>
            </a:pPr>
            <a:endParaRPr lang="en-BE" sz="25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C37EA1-C0F8-4CC9-8250-74BC62EADF96}"/>
              </a:ext>
            </a:extLst>
          </p:cNvPr>
          <p:cNvSpPr txBox="1"/>
          <p:nvPr/>
        </p:nvSpPr>
        <p:spPr>
          <a:xfrm>
            <a:off x="826275" y="2118801"/>
            <a:ext cx="6926247" cy="551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chemeClr val="tx2">
                    <a:lumMod val="50000"/>
                  </a:schemeClr>
                </a:solidFill>
              </a:rPr>
              <a:t>REVIEWR</a:t>
            </a:r>
          </a:p>
          <a:p>
            <a:pPr>
              <a:spcBef>
                <a:spcPts val="12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Connecting cutting-edge research with the companies that need it</a:t>
            </a:r>
            <a:endParaRPr lang="en-GB" sz="32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endParaRPr lang="en-GB" dirty="0"/>
          </a:p>
          <a:p>
            <a:endParaRPr lang="en-GB" b="1" dirty="0"/>
          </a:p>
          <a:p>
            <a:endParaRPr lang="en-GB" b="1" dirty="0"/>
          </a:p>
          <a:p>
            <a:r>
              <a:rPr lang="en-GB" b="1" dirty="0"/>
              <a:t>REVIEWR</a:t>
            </a:r>
            <a:r>
              <a:rPr lang="en-GB" dirty="0"/>
              <a:t> is a smart </a:t>
            </a:r>
            <a:r>
              <a:rPr lang="en-GB" b="1" dirty="0"/>
              <a:t>submission</a:t>
            </a:r>
            <a:r>
              <a:rPr lang="en-GB" dirty="0"/>
              <a:t> and </a:t>
            </a:r>
            <a:r>
              <a:rPr lang="en-GB" b="1" dirty="0"/>
              <a:t>discovery platform </a:t>
            </a:r>
            <a:r>
              <a:rPr lang="en-GB" dirty="0"/>
              <a:t>that increases research visibility and helps companies quickly find papers aligned with their research interests.</a:t>
            </a:r>
          </a:p>
          <a:p>
            <a:pPr algn="l">
              <a:lnSpc>
                <a:spcPct val="120000"/>
              </a:lnSpc>
            </a:pPr>
            <a:endParaRPr lang="en-BE" sz="25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37A3B-6060-66C4-7C3D-6D5C8B8BD06D}"/>
              </a:ext>
            </a:extLst>
          </p:cNvPr>
          <p:cNvSpPr txBox="1"/>
          <p:nvPr/>
        </p:nvSpPr>
        <p:spPr>
          <a:xfrm>
            <a:off x="2662077" y="8456224"/>
            <a:ext cx="12928443" cy="595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000" b="1" dirty="0">
                <a:solidFill>
                  <a:schemeClr val="tx2"/>
                </a:solidFill>
              </a:rPr>
              <a:t>Researchers publish → REVIEWR matches → Companies discover</a:t>
            </a:r>
          </a:p>
        </p:txBody>
      </p:sp>
    </p:spTree>
    <p:extLst>
      <p:ext uri="{BB962C8B-B14F-4D97-AF65-F5344CB8AC3E}">
        <p14:creationId xmlns:p14="http://schemas.microsoft.com/office/powerpoint/2010/main" val="30848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F17E-A1E0-76BE-695D-B85F371B7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38CB9-B8A5-77B5-819E-B17397AEE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E1C7E9-E36B-D485-043C-F8D15F86BB06}"/>
              </a:ext>
            </a:extLst>
          </p:cNvPr>
          <p:cNvSpPr txBox="1"/>
          <p:nvPr/>
        </p:nvSpPr>
        <p:spPr>
          <a:xfrm>
            <a:off x="826275" y="285608"/>
            <a:ext cx="15686125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800" b="1" dirty="0">
                <a:solidFill>
                  <a:schemeClr val="tx2">
                    <a:lumMod val="50000"/>
                  </a:schemeClr>
                </a:solidFill>
              </a:rPr>
              <a:t>Smart Matching Algorithm</a:t>
            </a:r>
          </a:p>
          <a:p>
            <a:pPr algn="ctr">
              <a:spcBef>
                <a:spcPts val="300"/>
              </a:spcBef>
            </a:pPr>
            <a:r>
              <a:rPr lang="en-GB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Relevant research. </a:t>
            </a:r>
            <a:r>
              <a:rPr lang="en-GB" sz="32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Automatically</a:t>
            </a:r>
            <a:endParaRPr lang="en-GB" sz="3200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07C8138-6AD9-733A-3F3E-D88EF8A57B03}"/>
              </a:ext>
            </a:extLst>
          </p:cNvPr>
          <p:cNvSpPr>
            <a:spLocks noChangeAspect="1"/>
          </p:cNvSpPr>
          <p:nvPr/>
        </p:nvSpPr>
        <p:spPr>
          <a:xfrm>
            <a:off x="6509334" y="2366859"/>
            <a:ext cx="4320000" cy="432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79375">
            <a:solidFill>
              <a:schemeClr val="tx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BC7B4C-EF6F-88BA-4081-D3430CBA56AE}"/>
              </a:ext>
            </a:extLst>
          </p:cNvPr>
          <p:cNvSpPr txBox="1"/>
          <p:nvPr/>
        </p:nvSpPr>
        <p:spPr>
          <a:xfrm>
            <a:off x="6086370" y="6942982"/>
            <a:ext cx="5165933" cy="176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BE" sz="2800" b="1" dirty="0">
                <a:solidFill>
                  <a:schemeClr val="tx2">
                    <a:lumMod val="75000"/>
                  </a:schemeClr>
                </a:solidFill>
              </a:rPr>
              <a:t>Matching Logic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Substring matching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Word overlap</a:t>
            </a:r>
          </a:p>
          <a:p>
            <a:pPr marL="342900" indent="-3429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BE" sz="24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Case-insensitive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942F49-B61D-A309-4CBE-2EEE01C6D4A9}"/>
              </a:ext>
            </a:extLst>
          </p:cNvPr>
          <p:cNvCxnSpPr>
            <a:cxnSpLocks/>
          </p:cNvCxnSpPr>
          <p:nvPr/>
        </p:nvCxnSpPr>
        <p:spPr>
          <a:xfrm>
            <a:off x="6105644" y="7531440"/>
            <a:ext cx="5146659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DA9AE30-8D30-6513-3E67-6C1503AB6E22}"/>
              </a:ext>
            </a:extLst>
          </p:cNvPr>
          <p:cNvSpPr/>
          <p:nvPr/>
        </p:nvSpPr>
        <p:spPr>
          <a:xfrm>
            <a:off x="5737292" y="6942982"/>
            <a:ext cx="5864087" cy="2005721"/>
          </a:xfrm>
          <a:prstGeom prst="roundRect">
            <a:avLst/>
          </a:prstGeom>
          <a:noFill/>
          <a:ln w="31750">
            <a:solidFill>
              <a:srgbClr val="1E64C8">
                <a:alpha val="34542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55979A-A398-E711-CCAD-4EC5AA50F58D}"/>
              </a:ext>
            </a:extLst>
          </p:cNvPr>
          <p:cNvSpPr txBox="1"/>
          <p:nvPr/>
        </p:nvSpPr>
        <p:spPr>
          <a:xfrm>
            <a:off x="6984057" y="3634256"/>
            <a:ext cx="3389831" cy="2090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4000" b="1" dirty="0">
                <a:solidFill>
                  <a:schemeClr val="bg1"/>
                </a:solidFill>
              </a:rPr>
              <a:t>Relevance Score</a:t>
            </a:r>
          </a:p>
          <a:p>
            <a:pPr algn="ctr">
              <a:lnSpc>
                <a:spcPct val="120000"/>
              </a:lnSpc>
              <a:spcBef>
                <a:spcPts val="1800"/>
              </a:spcBef>
            </a:pPr>
            <a:r>
              <a:rPr lang="en-BE" sz="3200" b="1" dirty="0">
                <a:solidFill>
                  <a:schemeClr val="bg1"/>
                </a:solidFill>
              </a:rPr>
              <a:t>0 – 100 %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890DAF-D7C2-88D1-8EB8-318FCFCA2430}"/>
              </a:ext>
            </a:extLst>
          </p:cNvPr>
          <p:cNvCxnSpPr>
            <a:cxnSpLocks/>
          </p:cNvCxnSpPr>
          <p:nvPr/>
        </p:nvCxnSpPr>
        <p:spPr>
          <a:xfrm>
            <a:off x="7426711" y="4995745"/>
            <a:ext cx="2448000" cy="0"/>
          </a:xfrm>
          <a:prstGeom prst="line">
            <a:avLst/>
          </a:prstGeom>
          <a:ln w="31750">
            <a:solidFill>
              <a:schemeClr val="tx2">
                <a:lumMod val="20000"/>
                <a:lumOff val="80000"/>
                <a:alpha val="58000"/>
              </a:schemeClr>
            </a:solidFill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A441D4B3-F3B3-EE26-0FAE-D977C860F195}"/>
              </a:ext>
            </a:extLst>
          </p:cNvPr>
          <p:cNvSpPr>
            <a:spLocks noChangeAspect="1"/>
          </p:cNvSpPr>
          <p:nvPr/>
        </p:nvSpPr>
        <p:spPr>
          <a:xfrm>
            <a:off x="2161756" y="1850745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B41849-824B-56E0-86D9-BCA6F8E81155}"/>
              </a:ext>
            </a:extLst>
          </p:cNvPr>
          <p:cNvSpPr txBox="1"/>
          <p:nvPr/>
        </p:nvSpPr>
        <p:spPr>
          <a:xfrm>
            <a:off x="1813368" y="2329569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50%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Paper Subject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Match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CF610A8-2B54-3CB8-E773-ECF94B735009}"/>
              </a:ext>
            </a:extLst>
          </p:cNvPr>
          <p:cNvSpPr>
            <a:spLocks noChangeAspect="1"/>
          </p:cNvSpPr>
          <p:nvPr/>
        </p:nvSpPr>
        <p:spPr>
          <a:xfrm>
            <a:off x="2161756" y="4694380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D3A611-3AC0-00FD-1A3F-83BF9A63E4B6}"/>
              </a:ext>
            </a:extLst>
          </p:cNvPr>
          <p:cNvSpPr txBox="1"/>
          <p:nvPr/>
        </p:nvSpPr>
        <p:spPr>
          <a:xfrm>
            <a:off x="186655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10%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Researcher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Experience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100520-6C19-4498-5E0F-81895544F3D7}"/>
              </a:ext>
            </a:extLst>
          </p:cNvPr>
          <p:cNvSpPr>
            <a:spLocks noChangeAspect="1"/>
          </p:cNvSpPr>
          <p:nvPr/>
        </p:nvSpPr>
        <p:spPr>
          <a:xfrm>
            <a:off x="12656912" y="1800474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B9E4ED-F550-4651-16B9-80BBFABEC9DE}"/>
              </a:ext>
            </a:extLst>
          </p:cNvPr>
          <p:cNvSpPr txBox="1"/>
          <p:nvPr/>
        </p:nvSpPr>
        <p:spPr>
          <a:xfrm>
            <a:off x="12308524" y="2344605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35%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Author Research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Field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12C1F0-1F3B-C78A-5DB1-411DAC05C457}"/>
              </a:ext>
            </a:extLst>
          </p:cNvPr>
          <p:cNvSpPr>
            <a:spLocks noChangeAspect="1"/>
          </p:cNvSpPr>
          <p:nvPr/>
        </p:nvSpPr>
        <p:spPr>
          <a:xfrm>
            <a:off x="12656912" y="4644109"/>
            <a:ext cx="2520000" cy="2520000"/>
          </a:xfrm>
          <a:prstGeom prst="ellipse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50000">
                <a:schemeClr val="tx2">
                  <a:lumMod val="60000"/>
                  <a:lumOff val="40000"/>
                </a:schemeClr>
              </a:gs>
              <a:gs pos="100000">
                <a:schemeClr val="bg2"/>
              </a:gs>
            </a:gsLst>
            <a:lin ang="5400000" scaled="0"/>
          </a:gradFill>
          <a:ln w="31750">
            <a:solidFill>
              <a:srgbClr val="1E64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B8EDA9-A1CD-2C7A-533F-DCFC39EC291B}"/>
              </a:ext>
            </a:extLst>
          </p:cNvPr>
          <p:cNvSpPr txBox="1"/>
          <p:nvPr/>
        </p:nvSpPr>
        <p:spPr>
          <a:xfrm>
            <a:off x="12308524" y="5218540"/>
            <a:ext cx="3216776" cy="1532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BE" sz="3600" b="1" dirty="0">
                <a:solidFill>
                  <a:schemeClr val="bg1"/>
                </a:solidFill>
              </a:rPr>
              <a:t>30%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Repeat Interest </a:t>
            </a:r>
          </a:p>
          <a:p>
            <a:pPr algn="ctr">
              <a:lnSpc>
                <a:spcPct val="120000"/>
              </a:lnSpc>
            </a:pPr>
            <a:r>
              <a:rPr lang="en-BE" sz="2200" b="1" dirty="0">
                <a:solidFill>
                  <a:schemeClr val="bg1"/>
                </a:solidFill>
              </a:rPr>
              <a:t>Bonus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E52628-AD0F-03EA-7435-3542539C38B7}"/>
              </a:ext>
            </a:extLst>
          </p:cNvPr>
          <p:cNvCxnSpPr/>
          <p:nvPr/>
        </p:nvCxnSpPr>
        <p:spPr>
          <a:xfrm>
            <a:off x="4681756" y="3634256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C9EF6EC-D5A8-0B92-1B43-285ED974A50A}"/>
              </a:ext>
            </a:extLst>
          </p:cNvPr>
          <p:cNvCxnSpPr/>
          <p:nvPr/>
        </p:nvCxnSpPr>
        <p:spPr>
          <a:xfrm>
            <a:off x="4823503" y="5725149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none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CE97A4-FF26-95AA-D3B4-05C353CF44BB}"/>
              </a:ext>
            </a:extLst>
          </p:cNvPr>
          <p:cNvCxnSpPr/>
          <p:nvPr/>
        </p:nvCxnSpPr>
        <p:spPr>
          <a:xfrm>
            <a:off x="10829334" y="3584892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6DF8500-02D1-10CC-2E52-88410FE4B7A3}"/>
              </a:ext>
            </a:extLst>
          </p:cNvPr>
          <p:cNvCxnSpPr/>
          <p:nvPr/>
        </p:nvCxnSpPr>
        <p:spPr>
          <a:xfrm>
            <a:off x="10748061" y="5675785"/>
            <a:ext cx="1827578" cy="0"/>
          </a:xfrm>
          <a:prstGeom prst="line">
            <a:avLst/>
          </a:prstGeom>
          <a:ln w="31750">
            <a:solidFill>
              <a:srgbClr val="1E64C8">
                <a:alpha val="46000"/>
              </a:srgbClr>
            </a:solidFill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255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7FD0-A3A0-9F75-0DBA-1FC0D13D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5BE0AE4-06DB-0CC9-43DE-6E2F35E25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AGILE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43F64-7885-34BA-95E9-291DBF063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6400" indent="0">
              <a:buNone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1: </a:t>
            </a:r>
            <a:r>
              <a:rPr lang="en-GB" sz="4400" dirty="0"/>
              <a:t>First version with basic features</a:t>
            </a:r>
          </a:p>
          <a:p>
            <a:pPr marL="720000" lvl="1" indent="0">
              <a:buNone/>
            </a:pPr>
            <a:r>
              <a:rPr lang="en-GB" sz="3600" i="1" dirty="0"/>
              <a:t>Feedback (12/11): add a recommendation system + reviews</a:t>
            </a:r>
          </a:p>
          <a:p>
            <a:pPr marL="720000" lvl="1" indent="0">
              <a:buNone/>
            </a:pPr>
            <a:endParaRPr lang="en-GB" sz="3600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2: </a:t>
            </a:r>
            <a:r>
              <a:rPr lang="en-GB" sz="4400" dirty="0"/>
              <a:t>Recommendation algorithm added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4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400" b="1" dirty="0"/>
              <a:t>Sprint 3: </a:t>
            </a:r>
            <a:r>
              <a:rPr lang="en-GB" sz="4400" dirty="0"/>
              <a:t>Reviews added + UI </a:t>
            </a:r>
          </a:p>
          <a:p>
            <a:pPr marL="720000" lvl="1" indent="0">
              <a:buNone/>
            </a:pPr>
            <a:r>
              <a:rPr lang="en-GB" sz="3600" i="1" dirty="0"/>
              <a:t>Feedback (17/12): Sufficient for MVP, no further feedback</a:t>
            </a:r>
          </a:p>
          <a:p>
            <a:pPr marL="720000" lvl="1" indent="0">
              <a:buNone/>
            </a:pPr>
            <a:r>
              <a:rPr lang="en-GB" sz="3600" i="1" dirty="0"/>
              <a:t>In between sprints: further feedback from Thomas </a:t>
            </a:r>
            <a:r>
              <a:rPr lang="en-GB" sz="3600" i="1" dirty="0" err="1"/>
              <a:t>Derave</a:t>
            </a:r>
            <a:endParaRPr lang="en-GB" sz="3600" i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059A15-C548-DBF1-86DA-23860B601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94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F2F3A-411B-A154-ED91-CDE5FFD7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0FBEB6-5CE7-4F24-008B-B70E7D20B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MVP, what now?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B66978-A717-A51E-BAB5-F1747DC8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5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93A40D-7062-26C9-CA41-70FC685C7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825" y="1528800"/>
            <a:ext cx="15699575" cy="6696000"/>
          </a:xfrm>
        </p:spPr>
        <p:txBody>
          <a:bodyPr>
            <a:normAutofit/>
          </a:bodyPr>
          <a:lstStyle/>
          <a:p>
            <a:pPr marL="8640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Platform evolution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kumimoji="0" lang="en-GB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Author &amp; company profiles</a:t>
            </a:r>
            <a:endParaRPr lang="en-GB" sz="4000" dirty="0">
              <a:solidFill>
                <a:prstClr val="black"/>
              </a:solidFill>
              <a:latin typeface="Arial"/>
            </a:endParaRP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400" dirty="0">
                <a:solidFill>
                  <a:prstClr val="black"/>
                </a:solidFill>
              </a:rPr>
              <a:t>Blog posts &amp; private messaging</a:t>
            </a:r>
          </a:p>
          <a:p>
            <a:pPr marL="536400" marR="0" lvl="0" indent="-45000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4000" dirty="0">
                <a:solidFill>
                  <a:prstClr val="black"/>
                </a:solidFill>
              </a:rPr>
              <a:t>Notification centre</a:t>
            </a:r>
          </a:p>
          <a:p>
            <a:pPr marL="86400" indent="0">
              <a:buNone/>
            </a:pPr>
            <a:endParaRPr lang="en-GB" sz="4400" b="1" dirty="0"/>
          </a:p>
          <a:p>
            <a:pPr marL="86400" indent="0">
              <a:spcAft>
                <a:spcPts val="1200"/>
              </a:spcAft>
              <a:buNone/>
            </a:pPr>
            <a:r>
              <a:rPr lang="en-GB" sz="4400" b="1" dirty="0">
                <a:solidFill>
                  <a:schemeClr val="tx2">
                    <a:lumMod val="75000"/>
                  </a:schemeClr>
                </a:solidFill>
              </a:rPr>
              <a:t>Smarter matching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400" dirty="0"/>
              <a:t>Further refinement of recommendation algorithm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469068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57A8B-DA82-4EBA-8D4E-88CC90227E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36" b="6931"/>
          <a:stretch>
            <a:fillRect/>
          </a:stretch>
        </p:blipFill>
        <p:spPr>
          <a:xfrm>
            <a:off x="1792194" y="1256833"/>
            <a:ext cx="14963695" cy="7740000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18293-5E56-70E7-0E3F-1735F91B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2F3E8-4769-DA32-3356-4E5CE38F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Database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23209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ED8A6-66A9-7C9D-3BBD-92DFD29AC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118" y="252000"/>
            <a:ext cx="15705282" cy="863693"/>
          </a:xfrm>
        </p:spPr>
        <p:txBody>
          <a:bodyPr anchor="t">
            <a:normAutofit/>
          </a:bodyPr>
          <a:lstStyle/>
          <a:p>
            <a:r>
              <a:rPr lang="en-GB"/>
              <a:t>C</a:t>
            </a:r>
            <a:r>
              <a:rPr lang="en-BE"/>
              <a:t>ode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A09751-8C17-F5D6-E0C2-6FB3C076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590520" y="8948703"/>
            <a:ext cx="921880" cy="51928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AE184E0-0BD4-4705-A12B-9B71DDE63301}" type="slidenum">
              <a:rPr lang="en-GB" noProof="0" smtClean="0"/>
              <a:pPr>
                <a:spcAft>
                  <a:spcPts val="600"/>
                </a:spcAft>
              </a:pPr>
              <a:t>7</a:t>
            </a:fld>
            <a:endParaRPr lang="en-GB" noProof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916F5A3-C740-B7C4-CBCC-E22B81BC3E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8472849"/>
              </p:ext>
            </p:extLst>
          </p:nvPr>
        </p:nvGraphicFramePr>
        <p:xfrm>
          <a:off x="2006225" y="1961348"/>
          <a:ext cx="13326224" cy="58309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0828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138" y="1839883"/>
            <a:ext cx="8285356" cy="118393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GB" sz="3200" b="1" dirty="0"/>
              <a:t>Michelle </a:t>
            </a:r>
            <a:r>
              <a:rPr lang="en-GB" sz="3200" b="1" dirty="0" err="1"/>
              <a:t>Mannaerts</a:t>
            </a:r>
            <a:r>
              <a:rPr lang="en-GB" sz="3200" b="1" dirty="0"/>
              <a:t> </a:t>
            </a:r>
            <a:r>
              <a:rPr lang="en-GB" sz="3200" dirty="0"/>
              <a:t>– 3</a:t>
            </a:r>
            <a:r>
              <a:rPr lang="en-GB" sz="3200" baseline="30000" dirty="0"/>
              <a:t>rd</a:t>
            </a:r>
            <a:r>
              <a:rPr lang="en-GB" sz="3200" dirty="0"/>
              <a:t> bachelor HIR</a:t>
            </a:r>
            <a:br>
              <a:rPr lang="en-GB" sz="3200" dirty="0"/>
            </a:br>
            <a:r>
              <a:rPr lang="en-GB" sz="2400" dirty="0" err="1"/>
              <a:t>Michelle.Mannaerts@ugent.be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5" name="Picture 4" descr="A person in a black jacket&#10;&#10;AI-generated content may be incorrect.">
            <a:extLst>
              <a:ext uri="{FF2B5EF4-FFF2-40B4-BE49-F238E27FC236}">
                <a16:creationId xmlns:a16="http://schemas.microsoft.com/office/drawing/2014/main" id="{0E853A38-91C3-0B6C-FA7F-73D2E11C3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722" y="6067848"/>
            <a:ext cx="1440000" cy="1440000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Picture 3" descr="Michelle Mannaerts">
            <a:extLst>
              <a:ext uri="{FF2B5EF4-FFF2-40B4-BE49-F238E27FC236}">
                <a16:creationId xmlns:a16="http://schemas.microsoft.com/office/drawing/2014/main" id="{6F6A2EC7-C509-627C-EA06-356B7B6C8D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27" t="334" r="-528" b="1672"/>
          <a:stretch>
            <a:fillRect/>
          </a:stretch>
        </p:blipFill>
        <p:spPr>
          <a:xfrm>
            <a:off x="2269658" y="1681604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D9854-C962-83CD-DBB0-7C2E792CAE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51" t="4698" r="7140" b="4904"/>
          <a:stretch>
            <a:fillRect/>
          </a:stretch>
        </p:blipFill>
        <p:spPr>
          <a:xfrm>
            <a:off x="2274205" y="4562697"/>
            <a:ext cx="1487058" cy="1505151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82879E-40E0-788E-3E2E-4F0D0CA4DC0A}"/>
              </a:ext>
            </a:extLst>
          </p:cNvPr>
          <p:cNvSpPr txBox="1">
            <a:spLocks/>
          </p:cNvSpPr>
          <p:nvPr/>
        </p:nvSpPr>
        <p:spPr bwMode="white">
          <a:xfrm>
            <a:off x="6296721" y="3324488"/>
            <a:ext cx="7396977" cy="118393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Norah Dewulf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Norah.Dewulf@ugent.be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14C978-C7B6-56CF-3AF2-9628A3410CF0}"/>
              </a:ext>
            </a:extLst>
          </p:cNvPr>
          <p:cNvSpPr txBox="1">
            <a:spLocks/>
          </p:cNvSpPr>
          <p:nvPr/>
        </p:nvSpPr>
        <p:spPr bwMode="white">
          <a:xfrm>
            <a:off x="3944138" y="4961882"/>
            <a:ext cx="8571168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>
              <a:spcAft>
                <a:spcPts val="1000"/>
              </a:spcAft>
            </a:pPr>
            <a:r>
              <a:rPr lang="en-GB" sz="3200" b="1" dirty="0"/>
              <a:t>Michiel Vanhecke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2400" dirty="0" err="1"/>
              <a:t>Michiel.Vanhecke@ugent.be</a:t>
            </a:r>
            <a:endParaRPr lang="en-GB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38BAC7-B3A0-BD18-532E-17624234F2A7}"/>
              </a:ext>
            </a:extLst>
          </p:cNvPr>
          <p:cNvSpPr txBox="1">
            <a:spLocks/>
          </p:cNvSpPr>
          <p:nvPr/>
        </p:nvSpPr>
        <p:spPr bwMode="white">
          <a:xfrm>
            <a:off x="7354632" y="6368519"/>
            <a:ext cx="6339066" cy="110596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1300368" rtl="0" eaLnBrk="1" latinLnBrk="0" hangingPunct="1">
              <a:lnSpc>
                <a:spcPts val="3500"/>
              </a:lnSpc>
              <a:spcBef>
                <a:spcPct val="0"/>
              </a:spcBef>
              <a:buNone/>
              <a:defRPr sz="2500" u="none" kern="1200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  <a:ea typeface="+mj-ea"/>
                <a:cs typeface="+mj-cs"/>
              </a:defRPr>
            </a:lvl1pPr>
          </a:lstStyle>
          <a:p>
            <a:pPr algn="r">
              <a:spcAft>
                <a:spcPts val="1000"/>
              </a:spcAft>
            </a:pPr>
            <a:r>
              <a:rPr lang="en-GB" sz="3200" b="1" dirty="0"/>
              <a:t>Jasper </a:t>
            </a:r>
            <a:r>
              <a:rPr lang="en-GB" sz="3200" b="1" dirty="0" err="1"/>
              <a:t>Geens</a:t>
            </a:r>
            <a:r>
              <a:rPr lang="en-GB" sz="3200" b="1" dirty="0"/>
              <a:t> – 3</a:t>
            </a:r>
            <a:r>
              <a:rPr lang="en-GB" sz="3200" b="1" baseline="30000" dirty="0"/>
              <a:t>rd</a:t>
            </a:r>
            <a:r>
              <a:rPr lang="en-GB" sz="3200" b="1" dirty="0"/>
              <a:t> bachelor HIR</a:t>
            </a:r>
            <a:br>
              <a:rPr lang="en-GB" sz="3200" dirty="0"/>
            </a:br>
            <a:r>
              <a:rPr lang="en-GB" sz="3200" dirty="0"/>
              <a:t>	</a:t>
            </a:r>
            <a:r>
              <a:rPr lang="en-GB" sz="2400" dirty="0" err="1"/>
              <a:t>Jasper.Geens@ugent.be</a:t>
            </a:r>
            <a:br>
              <a:rPr lang="en-GB" sz="3200" dirty="0"/>
            </a:br>
            <a:br>
              <a:rPr lang="en-GB" sz="3200" dirty="0"/>
            </a:br>
            <a:endParaRPr lang="en-GB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136206-3423-A774-2829-EAB865FD7C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2" b="4412"/>
          <a:stretch/>
        </p:blipFill>
        <p:spPr>
          <a:xfrm>
            <a:off x="13865117" y="3116613"/>
            <a:ext cx="1491605" cy="1500492"/>
          </a:xfrm>
          <a:prstGeom prst="ellipse">
            <a:avLst/>
          </a:prstGeom>
          <a:ln w="63500" cap="rnd">
            <a:solidFill>
              <a:schemeClr val="tx2">
                <a:lumMod val="60000"/>
                <a:lumOff val="40000"/>
                <a:alpha val="50000"/>
              </a:schemeClr>
            </a:solidFill>
          </a:ln>
          <a:effectLst>
            <a:outerShdw blurRad="50800" dist="38100" dir="2700000" algn="tl" rotWithShape="0">
              <a:schemeClr val="tx2">
                <a:lumMod val="20000"/>
                <a:lumOff val="80000"/>
                <a:alpha val="40000"/>
              </a:scheme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1196379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UGent EB">
      <a:dk1>
        <a:sysClr val="windowText" lastClr="000000"/>
      </a:dk1>
      <a:lt1>
        <a:sysClr val="window" lastClr="FFFFFF"/>
      </a:lt1>
      <a:dk2>
        <a:srgbClr val="1E64C8"/>
      </a:dk2>
      <a:lt2>
        <a:srgbClr val="E9F0FA"/>
      </a:lt2>
      <a:accent1>
        <a:srgbClr val="AEB050"/>
      </a:accent1>
      <a:accent2>
        <a:srgbClr val="B6B862"/>
      </a:accent2>
      <a:accent3>
        <a:srgbClr val="BEC073"/>
      </a:accent3>
      <a:accent4>
        <a:srgbClr val="C6C885"/>
      </a:accent4>
      <a:accent5>
        <a:srgbClr val="CED096"/>
      </a:accent5>
      <a:accent6>
        <a:srgbClr val="D7D8A8"/>
      </a:accent6>
      <a:hlink>
        <a:srgbClr val="1E64C8"/>
      </a:hlink>
      <a:folHlink>
        <a:srgbClr val="1E64C8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342900" indent="-342900" algn="l">
          <a:lnSpc>
            <a:spcPct val="120000"/>
          </a:lnSpc>
          <a:buFont typeface="Arial" panose="020B0604020202020204" pitchFamily="34" charset="0"/>
          <a:buChar char="‒"/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2" id="{0B8CF605-CD0F-471B-B80C-B956B5F1BA7D}" vid="{47A41800-A795-40D4-953F-32EC379A35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95</TotalTime>
  <Words>380</Words>
  <Application>Microsoft Macintosh PowerPoint</Application>
  <PresentationFormat>Custom</PresentationFormat>
  <Paragraphs>90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Kantoorthema</vt:lpstr>
      <vt:lpstr>Reviewr </vt:lpstr>
      <vt:lpstr>PowerPoint Presentation</vt:lpstr>
      <vt:lpstr>PowerPoint Presentation</vt:lpstr>
      <vt:lpstr>AGILE METHOD</vt:lpstr>
      <vt:lpstr>MVP, what now?</vt:lpstr>
      <vt:lpstr>Database</vt:lpstr>
      <vt:lpstr>Code overview</vt:lpstr>
      <vt:lpstr>Michelle Mannaerts – 3rd bachelor HIR Michelle.Mannaerts@ugent.be  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Jasper Geens</dc:creator>
  <cp:keywords/>
  <dc:description/>
  <cp:lastModifiedBy>Hans Dewulf</cp:lastModifiedBy>
  <cp:revision>6</cp:revision>
  <dcterms:created xsi:type="dcterms:W3CDTF">2025-12-16T07:22:38Z</dcterms:created>
  <dcterms:modified xsi:type="dcterms:W3CDTF">2025-12-18T22:00:55Z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1.1</vt:lpwstr>
  </property>
  <property fmtid="{D5CDD505-2E9C-101B-9397-08002B2CF9AE}" pid="4" name="Date">
    <vt:filetime>2019-05-23T22:00:00Z</vt:filetime>
  </property>
  <property fmtid="{D5CDD505-2E9C-101B-9397-08002B2CF9AE}" pid="5" name="Build">
    <vt:i4>20</vt:i4>
  </property>
</Properties>
</file>